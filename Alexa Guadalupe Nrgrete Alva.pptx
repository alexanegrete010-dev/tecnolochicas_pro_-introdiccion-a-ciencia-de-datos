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ero Thai" charset="1" panose="00000500000000000000"/>
      <p:regular r:id="rId19"/>
    </p:embeddedFont>
    <p:embeddedFont>
      <p:font typeface="Intro Rust" charset="1" panose="00000500000000000000"/>
      <p:regular r:id="rId20"/>
    </p:embeddedFont>
    <p:embeddedFont>
      <p:font typeface="Mero Thai Bold"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https://classroom.google.com/c/ODcxMzUwNjg1MjM0" TargetMode="External" Type="http://schemas.openxmlformats.org/officeDocument/2006/relationships/hyperlink"/><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hub.com/alexanegrete010-dev" TargetMode="External" Type="http://schemas.openxmlformats.org/officeDocument/2006/relationships/hyperlink"/><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3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4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49.png" Type="http://schemas.openxmlformats.org/officeDocument/2006/relationships/image"/><Relationship Id="rId9"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media/image53.sv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4495E"/>
        </a:solidFill>
      </p:bgPr>
    </p:bg>
    <p:spTree>
      <p:nvGrpSpPr>
        <p:cNvPr id="1" name=""/>
        <p:cNvGrpSpPr/>
        <p:nvPr/>
      </p:nvGrpSpPr>
      <p:grpSpPr>
        <a:xfrm>
          <a:off x="0" y="0"/>
          <a:ext cx="0" cy="0"/>
          <a:chOff x="0" y="0"/>
          <a:chExt cx="0" cy="0"/>
        </a:xfrm>
      </p:grpSpPr>
      <p:sp>
        <p:nvSpPr>
          <p:cNvPr name="Freeform 2" id="2"/>
          <p:cNvSpPr/>
          <p:nvPr/>
        </p:nvSpPr>
        <p:spPr>
          <a:xfrm flipH="false" flipV="false" rot="0">
            <a:off x="-338073" y="4007702"/>
            <a:ext cx="2205514" cy="2271597"/>
          </a:xfrm>
          <a:custGeom>
            <a:avLst/>
            <a:gdLst/>
            <a:ahLst/>
            <a:cxnLst/>
            <a:rect r="r" b="b" t="t" l="l"/>
            <a:pathLst>
              <a:path h="2271597" w="2205514">
                <a:moveTo>
                  <a:pt x="0" y="0"/>
                </a:moveTo>
                <a:lnTo>
                  <a:pt x="2205514" y="0"/>
                </a:lnTo>
                <a:lnTo>
                  <a:pt x="2205514" y="2271596"/>
                </a:lnTo>
                <a:lnTo>
                  <a:pt x="0" y="2271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08036" y="2464379"/>
            <a:ext cx="15071928" cy="5681838"/>
            <a:chOff x="0" y="0"/>
            <a:chExt cx="3969561" cy="1496451"/>
          </a:xfrm>
        </p:grpSpPr>
        <p:sp>
          <p:nvSpPr>
            <p:cNvPr name="Freeform 4" id="4"/>
            <p:cNvSpPr/>
            <p:nvPr/>
          </p:nvSpPr>
          <p:spPr>
            <a:xfrm flipH="false" flipV="false" rot="0">
              <a:off x="0" y="0"/>
              <a:ext cx="3969561" cy="1496451"/>
            </a:xfrm>
            <a:custGeom>
              <a:avLst/>
              <a:gdLst/>
              <a:ahLst/>
              <a:cxnLst/>
              <a:rect r="r" b="b" t="t" l="l"/>
              <a:pathLst>
                <a:path h="1496451" w="3969561">
                  <a:moveTo>
                    <a:pt x="26197" y="0"/>
                  </a:moveTo>
                  <a:lnTo>
                    <a:pt x="3943364" y="0"/>
                  </a:lnTo>
                  <a:cubicBezTo>
                    <a:pt x="3950312" y="0"/>
                    <a:pt x="3956976" y="2760"/>
                    <a:pt x="3961888" y="7673"/>
                  </a:cubicBezTo>
                  <a:cubicBezTo>
                    <a:pt x="3966801" y="12586"/>
                    <a:pt x="3969561" y="19249"/>
                    <a:pt x="3969561" y="26197"/>
                  </a:cubicBezTo>
                  <a:lnTo>
                    <a:pt x="3969561" y="1470254"/>
                  </a:lnTo>
                  <a:cubicBezTo>
                    <a:pt x="3969561" y="1477202"/>
                    <a:pt x="3966801" y="1483865"/>
                    <a:pt x="3961888" y="1488778"/>
                  </a:cubicBezTo>
                  <a:cubicBezTo>
                    <a:pt x="3956976" y="1493691"/>
                    <a:pt x="3950312" y="1496451"/>
                    <a:pt x="3943364" y="1496451"/>
                  </a:cubicBezTo>
                  <a:lnTo>
                    <a:pt x="26197" y="1496451"/>
                  </a:lnTo>
                  <a:cubicBezTo>
                    <a:pt x="19249" y="1496451"/>
                    <a:pt x="12586" y="1493691"/>
                    <a:pt x="7673" y="1488778"/>
                  </a:cubicBezTo>
                  <a:cubicBezTo>
                    <a:pt x="2760" y="1483865"/>
                    <a:pt x="0" y="1477202"/>
                    <a:pt x="0" y="1470254"/>
                  </a:cubicBezTo>
                  <a:lnTo>
                    <a:pt x="0" y="26197"/>
                  </a:lnTo>
                  <a:cubicBezTo>
                    <a:pt x="0" y="19249"/>
                    <a:pt x="2760" y="12586"/>
                    <a:pt x="7673" y="7673"/>
                  </a:cubicBezTo>
                  <a:cubicBezTo>
                    <a:pt x="12586" y="2760"/>
                    <a:pt x="19249" y="0"/>
                    <a:pt x="26197" y="0"/>
                  </a:cubicBezTo>
                  <a:close/>
                </a:path>
              </a:pathLst>
            </a:custGeom>
            <a:solidFill>
              <a:srgbClr val="A8D0F0"/>
            </a:solidFill>
            <a:ln cap="rnd">
              <a:noFill/>
              <a:prstDash val="solid"/>
              <a:round/>
            </a:ln>
          </p:spPr>
        </p:sp>
        <p:sp>
          <p:nvSpPr>
            <p:cNvPr name="TextBox 5" id="5"/>
            <p:cNvSpPr txBox="true"/>
            <p:nvPr/>
          </p:nvSpPr>
          <p:spPr>
            <a:xfrm>
              <a:off x="0" y="-76200"/>
              <a:ext cx="3969561" cy="157265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871125" y="1805521"/>
            <a:ext cx="6545750" cy="792789"/>
            <a:chOff x="0" y="0"/>
            <a:chExt cx="1723984" cy="208800"/>
          </a:xfrm>
        </p:grpSpPr>
        <p:sp>
          <p:nvSpPr>
            <p:cNvPr name="Freeform 7" id="7"/>
            <p:cNvSpPr/>
            <p:nvPr/>
          </p:nvSpPr>
          <p:spPr>
            <a:xfrm flipH="false" flipV="false" rot="0">
              <a:off x="0" y="0"/>
              <a:ext cx="1723984" cy="208800"/>
            </a:xfrm>
            <a:custGeom>
              <a:avLst/>
              <a:gdLst/>
              <a:ahLst/>
              <a:cxnLst/>
              <a:rect r="r" b="b" t="t" l="l"/>
              <a:pathLst>
                <a:path h="208800" w="1723984">
                  <a:moveTo>
                    <a:pt x="60320" y="0"/>
                  </a:moveTo>
                  <a:lnTo>
                    <a:pt x="1663664" y="0"/>
                  </a:lnTo>
                  <a:cubicBezTo>
                    <a:pt x="1679662" y="0"/>
                    <a:pt x="1695004" y="6355"/>
                    <a:pt x="1706316" y="17667"/>
                  </a:cubicBezTo>
                  <a:cubicBezTo>
                    <a:pt x="1717628" y="28979"/>
                    <a:pt x="1723984" y="44322"/>
                    <a:pt x="1723984" y="60320"/>
                  </a:cubicBezTo>
                  <a:lnTo>
                    <a:pt x="1723984" y="148481"/>
                  </a:lnTo>
                  <a:cubicBezTo>
                    <a:pt x="1723984" y="164478"/>
                    <a:pt x="1717628" y="179821"/>
                    <a:pt x="1706316" y="191133"/>
                  </a:cubicBezTo>
                  <a:cubicBezTo>
                    <a:pt x="1695004" y="202445"/>
                    <a:pt x="1679662" y="208800"/>
                    <a:pt x="1663664" y="208800"/>
                  </a:cubicBezTo>
                  <a:lnTo>
                    <a:pt x="60320" y="208800"/>
                  </a:lnTo>
                  <a:cubicBezTo>
                    <a:pt x="27006" y="208800"/>
                    <a:pt x="0" y="181794"/>
                    <a:pt x="0" y="148481"/>
                  </a:cubicBezTo>
                  <a:lnTo>
                    <a:pt x="0" y="60320"/>
                  </a:lnTo>
                  <a:cubicBezTo>
                    <a:pt x="0" y="44322"/>
                    <a:pt x="6355" y="28979"/>
                    <a:pt x="17667" y="17667"/>
                  </a:cubicBezTo>
                  <a:cubicBezTo>
                    <a:pt x="28979" y="6355"/>
                    <a:pt x="44322" y="0"/>
                    <a:pt x="60320" y="0"/>
                  </a:cubicBezTo>
                  <a:close/>
                </a:path>
              </a:pathLst>
            </a:custGeom>
            <a:solidFill>
              <a:srgbClr val="E1EFFA"/>
            </a:solidFill>
          </p:spPr>
        </p:sp>
        <p:sp>
          <p:nvSpPr>
            <p:cNvPr name="TextBox 8" id="8"/>
            <p:cNvSpPr txBox="true"/>
            <p:nvPr/>
          </p:nvSpPr>
          <p:spPr>
            <a:xfrm>
              <a:off x="0" y="-114300"/>
              <a:ext cx="1723984" cy="323100"/>
            </a:xfrm>
            <a:prstGeom prst="rect">
              <a:avLst/>
            </a:prstGeom>
          </p:spPr>
          <p:txBody>
            <a:bodyPr anchor="ctr" rtlCol="false" tIns="50800" lIns="50800" bIns="50800" rIns="50800"/>
            <a:lstStyle/>
            <a:p>
              <a:pPr algn="ctr">
                <a:lnSpc>
                  <a:spcPts val="3639"/>
                </a:lnSpc>
              </a:pPr>
              <a:r>
                <a:rPr lang="en-US" sz="2599">
                  <a:solidFill>
                    <a:srgbClr val="073939"/>
                  </a:solidFill>
                  <a:latin typeface="Mero Thai"/>
                  <a:ea typeface="Mero Thai"/>
                  <a:cs typeface="Mero Thai"/>
                  <a:sym typeface="Mero Thai"/>
                </a:rPr>
                <a:t>ALEXA GUADALUPE NRGRETE ALVA</a:t>
              </a:r>
            </a:p>
          </p:txBody>
        </p:sp>
      </p:grpSp>
      <p:sp>
        <p:nvSpPr>
          <p:cNvPr name="TextBox 9" id="9"/>
          <p:cNvSpPr txBox="true"/>
          <p:nvPr/>
        </p:nvSpPr>
        <p:spPr>
          <a:xfrm rot="0">
            <a:off x="1875874" y="4045802"/>
            <a:ext cx="14536252" cy="3031998"/>
          </a:xfrm>
          <a:prstGeom prst="rect">
            <a:avLst/>
          </a:prstGeom>
        </p:spPr>
        <p:txBody>
          <a:bodyPr anchor="t" rtlCol="false" tIns="0" lIns="0" bIns="0" rIns="0">
            <a:spAutoFit/>
          </a:bodyPr>
          <a:lstStyle/>
          <a:p>
            <a:pPr algn="ctr">
              <a:lnSpc>
                <a:spcPts val="11856"/>
              </a:lnSpc>
            </a:pPr>
            <a:r>
              <a:rPr lang="en-US" sz="10400">
                <a:solidFill>
                  <a:srgbClr val="2C5371"/>
                </a:solidFill>
                <a:latin typeface="Intro Rust"/>
                <a:ea typeface="Intro Rust"/>
                <a:cs typeface="Intro Rust"/>
                <a:sym typeface="Intro Rust"/>
              </a:rPr>
              <a:t>App Temperatura del 2025 </a:t>
            </a:r>
          </a:p>
        </p:txBody>
      </p:sp>
      <p:sp>
        <p:nvSpPr>
          <p:cNvPr name="TextBox 10" id="10"/>
          <p:cNvSpPr txBox="true"/>
          <p:nvPr/>
        </p:nvSpPr>
        <p:spPr>
          <a:xfrm rot="0">
            <a:off x="2783108" y="6995096"/>
            <a:ext cx="12798736" cy="715645"/>
          </a:xfrm>
          <a:prstGeom prst="rect">
            <a:avLst/>
          </a:prstGeom>
        </p:spPr>
        <p:txBody>
          <a:bodyPr anchor="t" rtlCol="false" tIns="0" lIns="0" bIns="0" rIns="0">
            <a:spAutoFit/>
          </a:bodyPr>
          <a:lstStyle/>
          <a:p>
            <a:pPr algn="ctr">
              <a:lnSpc>
                <a:spcPts val="5179"/>
              </a:lnSpc>
            </a:pPr>
            <a:r>
              <a:rPr lang="en-US" sz="3699">
                <a:solidFill>
                  <a:srgbClr val="FFFFFF"/>
                </a:solidFill>
                <a:latin typeface="Mero Thai"/>
                <a:ea typeface="Mero Thai"/>
                <a:cs typeface="Mero Thai"/>
                <a:sym typeface="Mero Thai"/>
              </a:rPr>
              <a:t>alexanegrete010@gmail.com</a:t>
            </a:r>
          </a:p>
        </p:txBody>
      </p:sp>
      <p:sp>
        <p:nvSpPr>
          <p:cNvPr name="Freeform 11" id="11"/>
          <p:cNvSpPr/>
          <p:nvPr/>
        </p:nvSpPr>
        <p:spPr>
          <a:xfrm flipH="false" flipV="false" rot="1036696">
            <a:off x="3342864" y="8553362"/>
            <a:ext cx="1547911" cy="2702702"/>
          </a:xfrm>
          <a:custGeom>
            <a:avLst/>
            <a:gdLst/>
            <a:ahLst/>
            <a:cxnLst/>
            <a:rect r="r" b="b" t="t" l="l"/>
            <a:pathLst>
              <a:path h="2702702" w="1547911">
                <a:moveTo>
                  <a:pt x="0" y="0"/>
                </a:moveTo>
                <a:lnTo>
                  <a:pt x="1547911" y="0"/>
                </a:lnTo>
                <a:lnTo>
                  <a:pt x="1547911" y="2702702"/>
                </a:lnTo>
                <a:lnTo>
                  <a:pt x="0" y="2702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818161">
            <a:off x="-30042" y="8315171"/>
            <a:ext cx="1657468" cy="2234331"/>
          </a:xfrm>
          <a:custGeom>
            <a:avLst/>
            <a:gdLst/>
            <a:ahLst/>
            <a:cxnLst/>
            <a:rect r="r" b="b" t="t" l="l"/>
            <a:pathLst>
              <a:path h="2234331" w="1657468">
                <a:moveTo>
                  <a:pt x="0" y="0"/>
                </a:moveTo>
                <a:lnTo>
                  <a:pt x="1657467" y="0"/>
                </a:lnTo>
                <a:lnTo>
                  <a:pt x="1657467" y="2234332"/>
                </a:lnTo>
                <a:lnTo>
                  <a:pt x="0" y="2234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1057675">
            <a:off x="16502170" y="6462428"/>
            <a:ext cx="2352168" cy="3043982"/>
          </a:xfrm>
          <a:custGeom>
            <a:avLst/>
            <a:gdLst/>
            <a:ahLst/>
            <a:cxnLst/>
            <a:rect r="r" b="b" t="t" l="l"/>
            <a:pathLst>
              <a:path h="3043982" w="2352168">
                <a:moveTo>
                  <a:pt x="0" y="0"/>
                </a:moveTo>
                <a:lnTo>
                  <a:pt x="2352167" y="0"/>
                </a:lnTo>
                <a:lnTo>
                  <a:pt x="2352167" y="3043982"/>
                </a:lnTo>
                <a:lnTo>
                  <a:pt x="0" y="3043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107100">
            <a:off x="4718619" y="-416222"/>
            <a:ext cx="2008771" cy="2057400"/>
          </a:xfrm>
          <a:custGeom>
            <a:avLst/>
            <a:gdLst/>
            <a:ahLst/>
            <a:cxnLst/>
            <a:rect r="r" b="b" t="t" l="l"/>
            <a:pathLst>
              <a:path h="2057400" w="2008771">
                <a:moveTo>
                  <a:pt x="0" y="0"/>
                </a:moveTo>
                <a:lnTo>
                  <a:pt x="2008771" y="0"/>
                </a:lnTo>
                <a:lnTo>
                  <a:pt x="200877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6625603" y="8510048"/>
            <a:ext cx="5036794" cy="4029435"/>
          </a:xfrm>
          <a:custGeom>
            <a:avLst/>
            <a:gdLst/>
            <a:ahLst/>
            <a:cxnLst/>
            <a:rect r="r" b="b" t="t" l="l"/>
            <a:pathLst>
              <a:path h="4029435" w="5036794">
                <a:moveTo>
                  <a:pt x="0" y="0"/>
                </a:moveTo>
                <a:lnTo>
                  <a:pt x="5036794" y="0"/>
                </a:lnTo>
                <a:lnTo>
                  <a:pt x="5036794" y="4029435"/>
                </a:lnTo>
                <a:lnTo>
                  <a:pt x="0" y="40294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639892">
            <a:off x="13385276" y="8581929"/>
            <a:ext cx="2343117" cy="2240872"/>
          </a:xfrm>
          <a:custGeom>
            <a:avLst/>
            <a:gdLst/>
            <a:ahLst/>
            <a:cxnLst/>
            <a:rect r="r" b="b" t="t" l="l"/>
            <a:pathLst>
              <a:path h="2240872" w="2343117">
                <a:moveTo>
                  <a:pt x="0" y="0"/>
                </a:moveTo>
                <a:lnTo>
                  <a:pt x="2343117" y="0"/>
                </a:lnTo>
                <a:lnTo>
                  <a:pt x="2343117" y="2240871"/>
                </a:lnTo>
                <a:lnTo>
                  <a:pt x="0" y="22408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806983">
            <a:off x="17210237" y="1066563"/>
            <a:ext cx="1580804" cy="2795634"/>
          </a:xfrm>
          <a:custGeom>
            <a:avLst/>
            <a:gdLst/>
            <a:ahLst/>
            <a:cxnLst/>
            <a:rect r="r" b="b" t="t" l="l"/>
            <a:pathLst>
              <a:path h="2795634" w="1580804">
                <a:moveTo>
                  <a:pt x="0" y="0"/>
                </a:moveTo>
                <a:lnTo>
                  <a:pt x="1580804" y="0"/>
                </a:lnTo>
                <a:lnTo>
                  <a:pt x="1580804" y="2795633"/>
                </a:lnTo>
                <a:lnTo>
                  <a:pt x="0" y="27956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8" id="18"/>
          <p:cNvSpPr/>
          <p:nvPr/>
        </p:nvSpPr>
        <p:spPr>
          <a:xfrm flipH="false" flipV="false" rot="-832757">
            <a:off x="8540947" y="-1480745"/>
            <a:ext cx="2389865" cy="2778912"/>
          </a:xfrm>
          <a:custGeom>
            <a:avLst/>
            <a:gdLst/>
            <a:ahLst/>
            <a:cxnLst/>
            <a:rect r="r" b="b" t="t" l="l"/>
            <a:pathLst>
              <a:path h="2778912" w="2389865">
                <a:moveTo>
                  <a:pt x="0" y="0"/>
                </a:moveTo>
                <a:lnTo>
                  <a:pt x="2389864" y="0"/>
                </a:lnTo>
                <a:lnTo>
                  <a:pt x="2389864" y="2778912"/>
                </a:lnTo>
                <a:lnTo>
                  <a:pt x="0" y="27789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9" id="19"/>
          <p:cNvSpPr/>
          <p:nvPr/>
        </p:nvSpPr>
        <p:spPr>
          <a:xfrm flipH="false" flipV="false" rot="-656220">
            <a:off x="12929071" y="-456013"/>
            <a:ext cx="2640671" cy="2362200"/>
          </a:xfrm>
          <a:custGeom>
            <a:avLst/>
            <a:gdLst/>
            <a:ahLst/>
            <a:cxnLst/>
            <a:rect r="r" b="b" t="t" l="l"/>
            <a:pathLst>
              <a:path h="2362200" w="2640671">
                <a:moveTo>
                  <a:pt x="0" y="0"/>
                </a:moveTo>
                <a:lnTo>
                  <a:pt x="2640671" y="0"/>
                </a:lnTo>
                <a:lnTo>
                  <a:pt x="2640671" y="2362200"/>
                </a:lnTo>
                <a:lnTo>
                  <a:pt x="0" y="23622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0" id="20"/>
          <p:cNvSpPr/>
          <p:nvPr/>
        </p:nvSpPr>
        <p:spPr>
          <a:xfrm flipH="false" flipV="false" rot="0">
            <a:off x="-146184" y="245181"/>
            <a:ext cx="3508440" cy="2940711"/>
          </a:xfrm>
          <a:custGeom>
            <a:avLst/>
            <a:gdLst/>
            <a:ahLst/>
            <a:cxnLst/>
            <a:rect r="r" b="b" t="t" l="l"/>
            <a:pathLst>
              <a:path h="2940711" w="3508440">
                <a:moveTo>
                  <a:pt x="0" y="0"/>
                </a:moveTo>
                <a:lnTo>
                  <a:pt x="3508440" y="0"/>
                </a:lnTo>
                <a:lnTo>
                  <a:pt x="3508440" y="2940711"/>
                </a:lnTo>
                <a:lnTo>
                  <a:pt x="0" y="294071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1" id="21"/>
          <p:cNvSpPr txBox="true"/>
          <p:nvPr/>
        </p:nvSpPr>
        <p:spPr>
          <a:xfrm rot="0">
            <a:off x="3965764" y="2803741"/>
            <a:ext cx="10356472" cy="944118"/>
          </a:xfrm>
          <a:prstGeom prst="rect">
            <a:avLst/>
          </a:prstGeom>
        </p:spPr>
        <p:txBody>
          <a:bodyPr anchor="t" rtlCol="false" tIns="0" lIns="0" bIns="0" rIns="0">
            <a:spAutoFit/>
          </a:bodyPr>
          <a:lstStyle/>
          <a:p>
            <a:pPr algn="ctr">
              <a:lnSpc>
                <a:spcPts val="7295"/>
              </a:lnSpc>
            </a:pPr>
            <a:r>
              <a:rPr lang="en-US" sz="6399">
                <a:solidFill>
                  <a:srgbClr val="2C5371"/>
                </a:solidFill>
                <a:latin typeface="Intro Rust"/>
                <a:ea typeface="Intro Rust"/>
                <a:cs typeface="Intro Rust"/>
                <a:sym typeface="Intro Rust"/>
              </a:rPr>
              <a:t>Proyecto Final:</a:t>
            </a:r>
          </a:p>
        </p:txBody>
      </p:sp>
      <p:sp>
        <p:nvSpPr>
          <p:cNvPr name="TextBox 22" id="22"/>
          <p:cNvSpPr txBox="true"/>
          <p:nvPr/>
        </p:nvSpPr>
        <p:spPr>
          <a:xfrm rot="0">
            <a:off x="2744632" y="7628502"/>
            <a:ext cx="12798736" cy="597535"/>
          </a:xfrm>
          <a:prstGeom prst="rect">
            <a:avLst/>
          </a:prstGeom>
        </p:spPr>
        <p:txBody>
          <a:bodyPr anchor="t" rtlCol="false" tIns="0" lIns="0" bIns="0" rIns="0">
            <a:spAutoFit/>
          </a:bodyPr>
          <a:lstStyle/>
          <a:p>
            <a:pPr algn="ctr">
              <a:lnSpc>
                <a:spcPts val="4340"/>
              </a:lnSpc>
            </a:pPr>
            <a:r>
              <a:rPr lang="en-US" sz="3100" u="sng">
                <a:solidFill>
                  <a:srgbClr val="FFFFFF"/>
                </a:solidFill>
                <a:latin typeface="Mero Thai"/>
                <a:ea typeface="Mero Thai"/>
                <a:cs typeface="Mero Thai"/>
                <a:sym typeface="Mero Thai"/>
                <a:hlinkClick r:id="rId24" tooltip="https://classroom.google.com/c/ODcxMzUwNjg1MjM0"/>
              </a:rPr>
              <a:t>TC PRO IDS B3 G2 2026</a:t>
            </a:r>
          </a:p>
        </p:txBody>
      </p:sp>
      <p:sp>
        <p:nvSpPr>
          <p:cNvPr name="TextBox 23" id="23"/>
          <p:cNvSpPr txBox="true"/>
          <p:nvPr/>
        </p:nvSpPr>
        <p:spPr>
          <a:xfrm rot="0">
            <a:off x="2783108" y="9193566"/>
            <a:ext cx="12798736" cy="597535"/>
          </a:xfrm>
          <a:prstGeom prst="rect">
            <a:avLst/>
          </a:prstGeom>
        </p:spPr>
        <p:txBody>
          <a:bodyPr anchor="t" rtlCol="false" tIns="0" lIns="0" bIns="0" rIns="0">
            <a:spAutoFit/>
          </a:bodyPr>
          <a:lstStyle/>
          <a:p>
            <a:pPr algn="ctr">
              <a:lnSpc>
                <a:spcPts val="4340"/>
              </a:lnSpc>
            </a:pPr>
            <a:r>
              <a:rPr lang="en-US" sz="3100">
                <a:solidFill>
                  <a:srgbClr val="073939"/>
                </a:solidFill>
                <a:latin typeface="Mero Thai"/>
                <a:ea typeface="Mero Thai"/>
                <a:cs typeface="Mero Thai"/>
                <a:sym typeface="Mero Thai"/>
              </a:rPr>
              <a:t>28/08/26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2025853" y="4871720"/>
            <a:ext cx="5233447" cy="4386580"/>
          </a:xfrm>
          <a:custGeom>
            <a:avLst/>
            <a:gdLst/>
            <a:ahLst/>
            <a:cxnLst/>
            <a:rect r="r" b="b" t="t" l="l"/>
            <a:pathLst>
              <a:path h="4386580" w="5233447">
                <a:moveTo>
                  <a:pt x="0" y="0"/>
                </a:moveTo>
                <a:lnTo>
                  <a:pt x="5233447" y="0"/>
                </a:lnTo>
                <a:lnTo>
                  <a:pt x="5233447" y="4386580"/>
                </a:lnTo>
                <a:lnTo>
                  <a:pt x="0" y="43865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28700" y="1027841"/>
            <a:ext cx="2002153" cy="2591021"/>
          </a:xfrm>
          <a:custGeom>
            <a:avLst/>
            <a:gdLst/>
            <a:ahLst/>
            <a:cxnLst/>
            <a:rect r="r" b="b" t="t" l="l"/>
            <a:pathLst>
              <a:path h="2591021" w="2002153">
                <a:moveTo>
                  <a:pt x="0" y="0"/>
                </a:moveTo>
                <a:lnTo>
                  <a:pt x="2002153" y="0"/>
                </a:lnTo>
                <a:lnTo>
                  <a:pt x="2002153" y="2591021"/>
                </a:lnTo>
                <a:lnTo>
                  <a:pt x="0" y="25910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4" id="4"/>
          <p:cNvGrpSpPr/>
          <p:nvPr/>
        </p:nvGrpSpPr>
        <p:grpSpPr>
          <a:xfrm rot="0">
            <a:off x="3913809" y="1027841"/>
            <a:ext cx="13345491" cy="2196852"/>
            <a:chOff x="0" y="0"/>
            <a:chExt cx="17793988" cy="2929136"/>
          </a:xfrm>
        </p:grpSpPr>
        <p:sp>
          <p:nvSpPr>
            <p:cNvPr name="TextBox 5" id="5"/>
            <p:cNvSpPr txBox="true"/>
            <p:nvPr/>
          </p:nvSpPr>
          <p:spPr>
            <a:xfrm rot="0">
              <a:off x="0" y="-133350"/>
              <a:ext cx="17793988" cy="1525615"/>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Descipccion</a:t>
              </a:r>
            </a:p>
          </p:txBody>
        </p:sp>
        <p:sp>
          <p:nvSpPr>
            <p:cNvPr name="TextBox 6" id="6"/>
            <p:cNvSpPr txBox="true"/>
            <p:nvPr/>
          </p:nvSpPr>
          <p:spPr>
            <a:xfrm rot="0">
              <a:off x="0" y="1356324"/>
              <a:ext cx="17793988" cy="1572812"/>
            </a:xfrm>
            <a:prstGeom prst="rect">
              <a:avLst/>
            </a:prstGeom>
          </p:spPr>
          <p:txBody>
            <a:bodyPr anchor="t" rtlCol="false" tIns="0" lIns="0" bIns="0" rIns="0">
              <a:spAutoFit/>
            </a:bodyPr>
            <a:lstStyle/>
            <a:p>
              <a:pPr algn="l">
                <a:lnSpc>
                  <a:spcPts val="9007"/>
                </a:lnSpc>
              </a:pPr>
              <a:r>
                <a:rPr lang="en-US" sz="6433">
                  <a:solidFill>
                    <a:srgbClr val="5A99D1"/>
                  </a:solidFill>
                  <a:latin typeface="Mero Thai"/>
                  <a:ea typeface="Mero Thai"/>
                  <a:cs typeface="Mero Thai"/>
                  <a:sym typeface="Mero Thai"/>
                </a:rPr>
                <a:t>App Temperatura del 2025 </a:t>
              </a:r>
            </a:p>
          </p:txBody>
        </p:sp>
      </p:grpSp>
      <p:sp>
        <p:nvSpPr>
          <p:cNvPr name="TextBox 7" id="7"/>
          <p:cNvSpPr txBox="true"/>
          <p:nvPr/>
        </p:nvSpPr>
        <p:spPr>
          <a:xfrm rot="0">
            <a:off x="1249927" y="4776470"/>
            <a:ext cx="10297648" cy="3975100"/>
          </a:xfrm>
          <a:prstGeom prst="rect">
            <a:avLst/>
          </a:prstGeom>
        </p:spPr>
        <p:txBody>
          <a:bodyPr anchor="t" rtlCol="false" tIns="0" lIns="0" bIns="0" rIns="0">
            <a:spAutoFit/>
          </a:bodyPr>
          <a:lstStyle/>
          <a:p>
            <a:pPr algn="l">
              <a:lnSpc>
                <a:spcPts val="3499"/>
              </a:lnSpc>
            </a:pPr>
            <a:r>
              <a:rPr lang="en-US" sz="2499">
                <a:solidFill>
                  <a:srgbClr val="34495E"/>
                </a:solidFill>
                <a:latin typeface="Mero Thai"/>
                <a:ea typeface="Mero Thai"/>
                <a:cs typeface="Mero Thai"/>
                <a:sym typeface="Mero Thai"/>
              </a:rPr>
              <a:t>Esta aplicación utiliza datos de temperatura registrados de enero a septiembre para conocer cómo ha cambiado el clima durante esos meses. Con esta información, identifica algunos patrones en las temperaturas y realiza una predicción aproximada de la temperatura que podría haber en los últimos meses del año (en este caso se intentara predecir el día 360 de año 2025). Así, la aplicación permite tener una idea de cómo podría ser la temperatura futura usando datos anteriores.</a:t>
            </a:r>
          </a:p>
          <a:p>
            <a:pPr algn="l">
              <a:lnSpc>
                <a:spcPts val="34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50159" y="2782619"/>
            <a:ext cx="15163936" cy="2360881"/>
            <a:chOff x="0" y="0"/>
            <a:chExt cx="20218582" cy="3147842"/>
          </a:xfrm>
        </p:grpSpPr>
        <p:grpSp>
          <p:nvGrpSpPr>
            <p:cNvPr name="Group 3" id="3"/>
            <p:cNvGrpSpPr/>
            <p:nvPr/>
          </p:nvGrpSpPr>
          <p:grpSpPr>
            <a:xfrm rot="0">
              <a:off x="7009521" y="0"/>
              <a:ext cx="6198130" cy="3147842"/>
              <a:chOff x="0" y="0"/>
              <a:chExt cx="1224322" cy="621796"/>
            </a:xfrm>
          </p:grpSpPr>
          <p:sp>
            <p:nvSpPr>
              <p:cNvPr name="Freeform 4" id="4"/>
              <p:cNvSpPr/>
              <p:nvPr/>
            </p:nvSpPr>
            <p:spPr>
              <a:xfrm flipH="false" flipV="false" rot="0">
                <a:off x="0" y="0"/>
                <a:ext cx="1224322" cy="621796"/>
              </a:xfrm>
              <a:custGeom>
                <a:avLst/>
                <a:gdLst/>
                <a:ahLst/>
                <a:cxnLst/>
                <a:rect r="r" b="b" t="t" l="l"/>
                <a:pathLst>
                  <a:path h="621796" w="1224322">
                    <a:moveTo>
                      <a:pt x="84937" y="0"/>
                    </a:moveTo>
                    <a:lnTo>
                      <a:pt x="1139385" y="0"/>
                    </a:lnTo>
                    <a:cubicBezTo>
                      <a:pt x="1186294" y="0"/>
                      <a:pt x="1224322" y="38028"/>
                      <a:pt x="1224322" y="84937"/>
                    </a:cubicBezTo>
                    <a:lnTo>
                      <a:pt x="1224322" y="536859"/>
                    </a:lnTo>
                    <a:cubicBezTo>
                      <a:pt x="1224322" y="559386"/>
                      <a:pt x="1215373" y="580990"/>
                      <a:pt x="1199445" y="596918"/>
                    </a:cubicBezTo>
                    <a:cubicBezTo>
                      <a:pt x="1183516" y="612847"/>
                      <a:pt x="1161912" y="621796"/>
                      <a:pt x="1139385" y="621796"/>
                    </a:cubicBezTo>
                    <a:lnTo>
                      <a:pt x="84937" y="621796"/>
                    </a:lnTo>
                    <a:cubicBezTo>
                      <a:pt x="62410" y="621796"/>
                      <a:pt x="40806" y="612847"/>
                      <a:pt x="24877" y="596918"/>
                    </a:cubicBezTo>
                    <a:cubicBezTo>
                      <a:pt x="8949" y="580990"/>
                      <a:pt x="0" y="559386"/>
                      <a:pt x="0" y="536859"/>
                    </a:cubicBezTo>
                    <a:lnTo>
                      <a:pt x="0" y="84937"/>
                    </a:lnTo>
                    <a:cubicBezTo>
                      <a:pt x="0" y="38028"/>
                      <a:pt x="38028" y="0"/>
                      <a:pt x="84937" y="0"/>
                    </a:cubicBezTo>
                    <a:close/>
                  </a:path>
                </a:pathLst>
              </a:custGeom>
              <a:solidFill>
                <a:srgbClr val="E1EFFA"/>
              </a:solidFill>
            </p:spPr>
          </p:sp>
          <p:sp>
            <p:nvSpPr>
              <p:cNvPr name="TextBox 5" id="5"/>
              <p:cNvSpPr txBox="true"/>
              <p:nvPr/>
            </p:nvSpPr>
            <p:spPr>
              <a:xfrm>
                <a:off x="0" y="-142875"/>
                <a:ext cx="1224322" cy="764671"/>
              </a:xfrm>
              <a:prstGeom prst="rect">
                <a:avLst/>
              </a:prstGeom>
            </p:spPr>
            <p:txBody>
              <a:bodyPr anchor="ctr" rtlCol="false" tIns="50800" lIns="50800" bIns="50800" rIns="50800"/>
              <a:lstStyle/>
              <a:p>
                <a:pPr algn="ctr">
                  <a:lnSpc>
                    <a:spcPts val="4759"/>
                  </a:lnSpc>
                </a:pPr>
              </a:p>
            </p:txBody>
          </p:sp>
        </p:grpSp>
        <p:grpSp>
          <p:nvGrpSpPr>
            <p:cNvPr name="Group 6" id="6"/>
            <p:cNvGrpSpPr/>
            <p:nvPr/>
          </p:nvGrpSpPr>
          <p:grpSpPr>
            <a:xfrm rot="0">
              <a:off x="10392330" y="0"/>
              <a:ext cx="9826252" cy="3147842"/>
              <a:chOff x="0" y="0"/>
              <a:chExt cx="1940988" cy="621796"/>
            </a:xfrm>
          </p:grpSpPr>
          <p:sp>
            <p:nvSpPr>
              <p:cNvPr name="Freeform 7" id="7"/>
              <p:cNvSpPr/>
              <p:nvPr/>
            </p:nvSpPr>
            <p:spPr>
              <a:xfrm flipH="false" flipV="false" rot="0">
                <a:off x="0" y="0"/>
                <a:ext cx="1940988" cy="621796"/>
              </a:xfrm>
              <a:custGeom>
                <a:avLst/>
                <a:gdLst/>
                <a:ahLst/>
                <a:cxnLst/>
                <a:rect r="r" b="b" t="t" l="l"/>
                <a:pathLst>
                  <a:path h="621796" w="1940988">
                    <a:moveTo>
                      <a:pt x="53576" y="0"/>
                    </a:moveTo>
                    <a:lnTo>
                      <a:pt x="1887412" y="0"/>
                    </a:lnTo>
                    <a:cubicBezTo>
                      <a:pt x="1901621" y="0"/>
                      <a:pt x="1915248" y="5645"/>
                      <a:pt x="1925296" y="15692"/>
                    </a:cubicBezTo>
                    <a:cubicBezTo>
                      <a:pt x="1935343" y="25739"/>
                      <a:pt x="1940988" y="39367"/>
                      <a:pt x="1940988" y="53576"/>
                    </a:cubicBezTo>
                    <a:lnTo>
                      <a:pt x="1940988" y="568220"/>
                    </a:lnTo>
                    <a:cubicBezTo>
                      <a:pt x="1940988" y="597809"/>
                      <a:pt x="1917001" y="621796"/>
                      <a:pt x="1887412" y="621796"/>
                    </a:cubicBezTo>
                    <a:lnTo>
                      <a:pt x="53576" y="621796"/>
                    </a:lnTo>
                    <a:cubicBezTo>
                      <a:pt x="23987" y="621796"/>
                      <a:pt x="0" y="597809"/>
                      <a:pt x="0" y="568220"/>
                    </a:cubicBezTo>
                    <a:lnTo>
                      <a:pt x="0" y="53576"/>
                    </a:lnTo>
                    <a:cubicBezTo>
                      <a:pt x="0" y="23987"/>
                      <a:pt x="23987" y="0"/>
                      <a:pt x="53576" y="0"/>
                    </a:cubicBezTo>
                    <a:close/>
                  </a:path>
                </a:pathLst>
              </a:custGeom>
              <a:solidFill>
                <a:srgbClr val="E1EFFA"/>
              </a:solidFill>
            </p:spPr>
          </p:sp>
          <p:sp>
            <p:nvSpPr>
              <p:cNvPr name="TextBox 8" id="8"/>
              <p:cNvSpPr txBox="true"/>
              <p:nvPr/>
            </p:nvSpPr>
            <p:spPr>
              <a:xfrm>
                <a:off x="0" y="-142875"/>
                <a:ext cx="1940988" cy="764671"/>
              </a:xfrm>
              <a:prstGeom prst="rect">
                <a:avLst/>
              </a:prstGeom>
            </p:spPr>
            <p:txBody>
              <a:bodyPr anchor="ctr" rtlCol="false" tIns="50800" lIns="50800" bIns="50800" rIns="50800"/>
              <a:lstStyle/>
              <a:p>
                <a:pPr algn="ctr">
                  <a:lnSpc>
                    <a:spcPts val="4759"/>
                  </a:lnSpc>
                </a:pPr>
              </a:p>
            </p:txBody>
          </p:sp>
        </p:grpSp>
        <p:grpSp>
          <p:nvGrpSpPr>
            <p:cNvPr name="Group 9" id="9"/>
            <p:cNvGrpSpPr/>
            <p:nvPr/>
          </p:nvGrpSpPr>
          <p:grpSpPr>
            <a:xfrm rot="0">
              <a:off x="0" y="0"/>
              <a:ext cx="9531282" cy="3147842"/>
              <a:chOff x="0" y="0"/>
              <a:chExt cx="1882722" cy="621796"/>
            </a:xfrm>
          </p:grpSpPr>
          <p:sp>
            <p:nvSpPr>
              <p:cNvPr name="Freeform 10" id="10"/>
              <p:cNvSpPr/>
              <p:nvPr/>
            </p:nvSpPr>
            <p:spPr>
              <a:xfrm flipH="false" flipV="false" rot="0">
                <a:off x="0" y="0"/>
                <a:ext cx="1882722" cy="621796"/>
              </a:xfrm>
              <a:custGeom>
                <a:avLst/>
                <a:gdLst/>
                <a:ahLst/>
                <a:cxnLst/>
                <a:rect r="r" b="b" t="t" l="l"/>
                <a:pathLst>
                  <a:path h="621796" w="1882722">
                    <a:moveTo>
                      <a:pt x="55234" y="0"/>
                    </a:moveTo>
                    <a:lnTo>
                      <a:pt x="1827488" y="0"/>
                    </a:lnTo>
                    <a:cubicBezTo>
                      <a:pt x="1857993" y="0"/>
                      <a:pt x="1882722" y="24729"/>
                      <a:pt x="1882722" y="55234"/>
                    </a:cubicBezTo>
                    <a:lnTo>
                      <a:pt x="1882722" y="566562"/>
                    </a:lnTo>
                    <a:cubicBezTo>
                      <a:pt x="1882722" y="597067"/>
                      <a:pt x="1857993" y="621796"/>
                      <a:pt x="1827488" y="621796"/>
                    </a:cubicBezTo>
                    <a:lnTo>
                      <a:pt x="55234" y="621796"/>
                    </a:lnTo>
                    <a:cubicBezTo>
                      <a:pt x="24729" y="621796"/>
                      <a:pt x="0" y="597067"/>
                      <a:pt x="0" y="566562"/>
                    </a:cubicBezTo>
                    <a:lnTo>
                      <a:pt x="0" y="55234"/>
                    </a:lnTo>
                    <a:cubicBezTo>
                      <a:pt x="0" y="24729"/>
                      <a:pt x="24729" y="0"/>
                      <a:pt x="55234" y="0"/>
                    </a:cubicBezTo>
                    <a:close/>
                  </a:path>
                </a:pathLst>
              </a:custGeom>
              <a:solidFill>
                <a:srgbClr val="E1EFFA"/>
              </a:solidFill>
            </p:spPr>
          </p:sp>
          <p:sp>
            <p:nvSpPr>
              <p:cNvPr name="TextBox 11" id="11"/>
              <p:cNvSpPr txBox="true"/>
              <p:nvPr/>
            </p:nvSpPr>
            <p:spPr>
              <a:xfrm>
                <a:off x="0" y="-142875"/>
                <a:ext cx="1882722" cy="764671"/>
              </a:xfrm>
              <a:prstGeom prst="rect">
                <a:avLst/>
              </a:prstGeom>
            </p:spPr>
            <p:txBody>
              <a:bodyPr anchor="ctr" rtlCol="false" tIns="50800" lIns="50800" bIns="50800" rIns="50800"/>
              <a:lstStyle/>
              <a:p>
                <a:pPr algn="ctr">
                  <a:lnSpc>
                    <a:spcPts val="4759"/>
                  </a:lnSpc>
                </a:pPr>
              </a:p>
            </p:txBody>
          </p:sp>
        </p:grpSp>
      </p:grpSp>
      <p:sp>
        <p:nvSpPr>
          <p:cNvPr name="Freeform 12" id="12"/>
          <p:cNvSpPr/>
          <p:nvPr/>
        </p:nvSpPr>
        <p:spPr>
          <a:xfrm flipH="false" flipV="false" rot="-667279">
            <a:off x="354160" y="605111"/>
            <a:ext cx="2990561" cy="1876577"/>
          </a:xfrm>
          <a:custGeom>
            <a:avLst/>
            <a:gdLst/>
            <a:ahLst/>
            <a:cxnLst/>
            <a:rect r="r" b="b" t="t" l="l"/>
            <a:pathLst>
              <a:path h="1876577" w="2990561">
                <a:moveTo>
                  <a:pt x="0" y="0"/>
                </a:moveTo>
                <a:lnTo>
                  <a:pt x="2990561" y="0"/>
                </a:lnTo>
                <a:lnTo>
                  <a:pt x="2990561" y="1876577"/>
                </a:lnTo>
                <a:lnTo>
                  <a:pt x="0" y="18765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3" id="13"/>
          <p:cNvSpPr/>
          <p:nvPr/>
        </p:nvSpPr>
        <p:spPr>
          <a:xfrm flipH="false" flipV="false" rot="628210">
            <a:off x="13968084" y="1015817"/>
            <a:ext cx="3128289" cy="1501579"/>
          </a:xfrm>
          <a:custGeom>
            <a:avLst/>
            <a:gdLst/>
            <a:ahLst/>
            <a:cxnLst/>
            <a:rect r="r" b="b" t="t" l="l"/>
            <a:pathLst>
              <a:path h="1501579" w="3128289">
                <a:moveTo>
                  <a:pt x="0" y="0"/>
                </a:moveTo>
                <a:lnTo>
                  <a:pt x="3128289" y="0"/>
                </a:lnTo>
                <a:lnTo>
                  <a:pt x="3128289" y="1501579"/>
                </a:lnTo>
                <a:lnTo>
                  <a:pt x="0" y="15015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4" id="14"/>
          <p:cNvSpPr txBox="true"/>
          <p:nvPr/>
        </p:nvSpPr>
        <p:spPr>
          <a:xfrm rot="0">
            <a:off x="4338465" y="638538"/>
            <a:ext cx="9587324" cy="1177549"/>
          </a:xfrm>
          <a:prstGeom prst="rect">
            <a:avLst/>
          </a:prstGeom>
        </p:spPr>
        <p:txBody>
          <a:bodyPr anchor="t" rtlCol="false" tIns="0" lIns="0" bIns="0" rIns="0">
            <a:spAutoFit/>
          </a:bodyPr>
          <a:lstStyle/>
          <a:p>
            <a:pPr algn="ctr">
              <a:lnSpc>
                <a:spcPts val="9645"/>
              </a:lnSpc>
            </a:pPr>
            <a:r>
              <a:rPr lang="en-US" sz="6889">
                <a:solidFill>
                  <a:srgbClr val="34495E"/>
                </a:solidFill>
                <a:latin typeface="Intro Rust"/>
                <a:ea typeface="Intro Rust"/>
                <a:cs typeface="Intro Rust"/>
                <a:sym typeface="Intro Rust"/>
              </a:rPr>
              <a:t>Link</a:t>
            </a:r>
          </a:p>
        </p:txBody>
      </p:sp>
      <p:sp>
        <p:nvSpPr>
          <p:cNvPr name="TextBox 15" id="15"/>
          <p:cNvSpPr txBox="true"/>
          <p:nvPr/>
        </p:nvSpPr>
        <p:spPr>
          <a:xfrm rot="0">
            <a:off x="4338465" y="1798656"/>
            <a:ext cx="9587324" cy="916305"/>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Google Sheets</a:t>
            </a:r>
          </a:p>
        </p:txBody>
      </p:sp>
      <p:sp>
        <p:nvSpPr>
          <p:cNvPr name="TextBox 16" id="16"/>
          <p:cNvSpPr txBox="true"/>
          <p:nvPr/>
        </p:nvSpPr>
        <p:spPr>
          <a:xfrm rot="0">
            <a:off x="4270368" y="5124450"/>
            <a:ext cx="9587324" cy="916305"/>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Github</a:t>
            </a:r>
          </a:p>
        </p:txBody>
      </p:sp>
      <p:sp>
        <p:nvSpPr>
          <p:cNvPr name="TextBox 17" id="17"/>
          <p:cNvSpPr txBox="true"/>
          <p:nvPr/>
        </p:nvSpPr>
        <p:spPr>
          <a:xfrm rot="0">
            <a:off x="2255048" y="3384574"/>
            <a:ext cx="13729356" cy="1099820"/>
          </a:xfrm>
          <a:prstGeom prst="rect">
            <a:avLst/>
          </a:prstGeom>
        </p:spPr>
        <p:txBody>
          <a:bodyPr anchor="t" rtlCol="false" tIns="0" lIns="0" bIns="0" rIns="0">
            <a:spAutoFit/>
          </a:bodyPr>
          <a:lstStyle/>
          <a:p>
            <a:pPr algn="ctr" marL="0" indent="0" lvl="0">
              <a:lnSpc>
                <a:spcPts val="4480"/>
              </a:lnSpc>
              <a:spcBef>
                <a:spcPct val="0"/>
              </a:spcBef>
            </a:pPr>
            <a:r>
              <a:rPr lang="en-US" sz="3200">
                <a:solidFill>
                  <a:srgbClr val="5A99D1"/>
                </a:solidFill>
                <a:latin typeface="Intro Rust"/>
                <a:ea typeface="Intro Rust"/>
                <a:cs typeface="Intro Rust"/>
                <a:sym typeface="Intro Rust"/>
              </a:rPr>
              <a:t>https://docs.google.com/spreadsheets/d/1cAjHMzGOdstOsC1TXsD-ZSHqvTjTcpd65Jb9JQaaULc/edit?usp=sharing</a:t>
            </a:r>
          </a:p>
        </p:txBody>
      </p:sp>
      <p:grpSp>
        <p:nvGrpSpPr>
          <p:cNvPr name="Group 18" id="18"/>
          <p:cNvGrpSpPr/>
          <p:nvPr/>
        </p:nvGrpSpPr>
        <p:grpSpPr>
          <a:xfrm rot="0">
            <a:off x="1562560" y="6212205"/>
            <a:ext cx="15163936" cy="2360881"/>
            <a:chOff x="0" y="0"/>
            <a:chExt cx="20218582" cy="3147842"/>
          </a:xfrm>
        </p:grpSpPr>
        <p:grpSp>
          <p:nvGrpSpPr>
            <p:cNvPr name="Group 19" id="19"/>
            <p:cNvGrpSpPr/>
            <p:nvPr/>
          </p:nvGrpSpPr>
          <p:grpSpPr>
            <a:xfrm rot="0">
              <a:off x="7009521" y="0"/>
              <a:ext cx="6198130" cy="3147842"/>
              <a:chOff x="0" y="0"/>
              <a:chExt cx="1224322" cy="621796"/>
            </a:xfrm>
          </p:grpSpPr>
          <p:sp>
            <p:nvSpPr>
              <p:cNvPr name="Freeform 20" id="20"/>
              <p:cNvSpPr/>
              <p:nvPr/>
            </p:nvSpPr>
            <p:spPr>
              <a:xfrm flipH="false" flipV="false" rot="0">
                <a:off x="0" y="0"/>
                <a:ext cx="1224322" cy="621796"/>
              </a:xfrm>
              <a:custGeom>
                <a:avLst/>
                <a:gdLst/>
                <a:ahLst/>
                <a:cxnLst/>
                <a:rect r="r" b="b" t="t" l="l"/>
                <a:pathLst>
                  <a:path h="621796" w="1224322">
                    <a:moveTo>
                      <a:pt x="84937" y="0"/>
                    </a:moveTo>
                    <a:lnTo>
                      <a:pt x="1139385" y="0"/>
                    </a:lnTo>
                    <a:cubicBezTo>
                      <a:pt x="1186294" y="0"/>
                      <a:pt x="1224322" y="38028"/>
                      <a:pt x="1224322" y="84937"/>
                    </a:cubicBezTo>
                    <a:lnTo>
                      <a:pt x="1224322" y="536859"/>
                    </a:lnTo>
                    <a:cubicBezTo>
                      <a:pt x="1224322" y="559386"/>
                      <a:pt x="1215373" y="580990"/>
                      <a:pt x="1199445" y="596918"/>
                    </a:cubicBezTo>
                    <a:cubicBezTo>
                      <a:pt x="1183516" y="612847"/>
                      <a:pt x="1161912" y="621796"/>
                      <a:pt x="1139385" y="621796"/>
                    </a:cubicBezTo>
                    <a:lnTo>
                      <a:pt x="84937" y="621796"/>
                    </a:lnTo>
                    <a:cubicBezTo>
                      <a:pt x="62410" y="621796"/>
                      <a:pt x="40806" y="612847"/>
                      <a:pt x="24877" y="596918"/>
                    </a:cubicBezTo>
                    <a:cubicBezTo>
                      <a:pt x="8949" y="580990"/>
                      <a:pt x="0" y="559386"/>
                      <a:pt x="0" y="536859"/>
                    </a:cubicBezTo>
                    <a:lnTo>
                      <a:pt x="0" y="84937"/>
                    </a:lnTo>
                    <a:cubicBezTo>
                      <a:pt x="0" y="38028"/>
                      <a:pt x="38028" y="0"/>
                      <a:pt x="84937" y="0"/>
                    </a:cubicBezTo>
                    <a:close/>
                  </a:path>
                </a:pathLst>
              </a:custGeom>
              <a:solidFill>
                <a:srgbClr val="E1EFFA"/>
              </a:solidFill>
            </p:spPr>
          </p:sp>
          <p:sp>
            <p:nvSpPr>
              <p:cNvPr name="TextBox 21" id="21"/>
              <p:cNvSpPr txBox="true"/>
              <p:nvPr/>
            </p:nvSpPr>
            <p:spPr>
              <a:xfrm>
                <a:off x="0" y="-142875"/>
                <a:ext cx="1224322" cy="764671"/>
              </a:xfrm>
              <a:prstGeom prst="rect">
                <a:avLst/>
              </a:prstGeom>
            </p:spPr>
            <p:txBody>
              <a:bodyPr anchor="ctr" rtlCol="false" tIns="50800" lIns="50800" bIns="50800" rIns="50800"/>
              <a:lstStyle/>
              <a:p>
                <a:pPr algn="ctr">
                  <a:lnSpc>
                    <a:spcPts val="4759"/>
                  </a:lnSpc>
                </a:pPr>
              </a:p>
            </p:txBody>
          </p:sp>
        </p:grpSp>
        <p:grpSp>
          <p:nvGrpSpPr>
            <p:cNvPr name="Group 22" id="22"/>
            <p:cNvGrpSpPr/>
            <p:nvPr/>
          </p:nvGrpSpPr>
          <p:grpSpPr>
            <a:xfrm rot="0">
              <a:off x="10392330" y="0"/>
              <a:ext cx="9826252" cy="3147842"/>
              <a:chOff x="0" y="0"/>
              <a:chExt cx="1940988" cy="621796"/>
            </a:xfrm>
          </p:grpSpPr>
          <p:sp>
            <p:nvSpPr>
              <p:cNvPr name="Freeform 23" id="23"/>
              <p:cNvSpPr/>
              <p:nvPr/>
            </p:nvSpPr>
            <p:spPr>
              <a:xfrm flipH="false" flipV="false" rot="0">
                <a:off x="0" y="0"/>
                <a:ext cx="1940988" cy="621796"/>
              </a:xfrm>
              <a:custGeom>
                <a:avLst/>
                <a:gdLst/>
                <a:ahLst/>
                <a:cxnLst/>
                <a:rect r="r" b="b" t="t" l="l"/>
                <a:pathLst>
                  <a:path h="621796" w="1940988">
                    <a:moveTo>
                      <a:pt x="53576" y="0"/>
                    </a:moveTo>
                    <a:lnTo>
                      <a:pt x="1887412" y="0"/>
                    </a:lnTo>
                    <a:cubicBezTo>
                      <a:pt x="1901621" y="0"/>
                      <a:pt x="1915248" y="5645"/>
                      <a:pt x="1925296" y="15692"/>
                    </a:cubicBezTo>
                    <a:cubicBezTo>
                      <a:pt x="1935343" y="25739"/>
                      <a:pt x="1940988" y="39367"/>
                      <a:pt x="1940988" y="53576"/>
                    </a:cubicBezTo>
                    <a:lnTo>
                      <a:pt x="1940988" y="568220"/>
                    </a:lnTo>
                    <a:cubicBezTo>
                      <a:pt x="1940988" y="597809"/>
                      <a:pt x="1917001" y="621796"/>
                      <a:pt x="1887412" y="621796"/>
                    </a:cubicBezTo>
                    <a:lnTo>
                      <a:pt x="53576" y="621796"/>
                    </a:lnTo>
                    <a:cubicBezTo>
                      <a:pt x="23987" y="621796"/>
                      <a:pt x="0" y="597809"/>
                      <a:pt x="0" y="568220"/>
                    </a:cubicBezTo>
                    <a:lnTo>
                      <a:pt x="0" y="53576"/>
                    </a:lnTo>
                    <a:cubicBezTo>
                      <a:pt x="0" y="23987"/>
                      <a:pt x="23987" y="0"/>
                      <a:pt x="53576" y="0"/>
                    </a:cubicBezTo>
                    <a:close/>
                  </a:path>
                </a:pathLst>
              </a:custGeom>
              <a:solidFill>
                <a:srgbClr val="E1EFFA"/>
              </a:solidFill>
            </p:spPr>
          </p:sp>
          <p:sp>
            <p:nvSpPr>
              <p:cNvPr name="TextBox 24" id="24"/>
              <p:cNvSpPr txBox="true"/>
              <p:nvPr/>
            </p:nvSpPr>
            <p:spPr>
              <a:xfrm>
                <a:off x="0" y="-142875"/>
                <a:ext cx="1940988" cy="764671"/>
              </a:xfrm>
              <a:prstGeom prst="rect">
                <a:avLst/>
              </a:prstGeom>
            </p:spPr>
            <p:txBody>
              <a:bodyPr anchor="ctr" rtlCol="false" tIns="50800" lIns="50800" bIns="50800" rIns="50800"/>
              <a:lstStyle/>
              <a:p>
                <a:pPr algn="ctr">
                  <a:lnSpc>
                    <a:spcPts val="4759"/>
                  </a:lnSpc>
                </a:pPr>
              </a:p>
            </p:txBody>
          </p:sp>
        </p:grpSp>
        <p:grpSp>
          <p:nvGrpSpPr>
            <p:cNvPr name="Group 25" id="25"/>
            <p:cNvGrpSpPr/>
            <p:nvPr/>
          </p:nvGrpSpPr>
          <p:grpSpPr>
            <a:xfrm rot="0">
              <a:off x="0" y="0"/>
              <a:ext cx="9531282" cy="3147842"/>
              <a:chOff x="0" y="0"/>
              <a:chExt cx="1882722" cy="621796"/>
            </a:xfrm>
          </p:grpSpPr>
          <p:sp>
            <p:nvSpPr>
              <p:cNvPr name="Freeform 26" id="26"/>
              <p:cNvSpPr/>
              <p:nvPr/>
            </p:nvSpPr>
            <p:spPr>
              <a:xfrm flipH="false" flipV="false" rot="0">
                <a:off x="0" y="0"/>
                <a:ext cx="1882722" cy="621796"/>
              </a:xfrm>
              <a:custGeom>
                <a:avLst/>
                <a:gdLst/>
                <a:ahLst/>
                <a:cxnLst/>
                <a:rect r="r" b="b" t="t" l="l"/>
                <a:pathLst>
                  <a:path h="621796" w="1882722">
                    <a:moveTo>
                      <a:pt x="55234" y="0"/>
                    </a:moveTo>
                    <a:lnTo>
                      <a:pt x="1827488" y="0"/>
                    </a:lnTo>
                    <a:cubicBezTo>
                      <a:pt x="1857993" y="0"/>
                      <a:pt x="1882722" y="24729"/>
                      <a:pt x="1882722" y="55234"/>
                    </a:cubicBezTo>
                    <a:lnTo>
                      <a:pt x="1882722" y="566562"/>
                    </a:lnTo>
                    <a:cubicBezTo>
                      <a:pt x="1882722" y="597067"/>
                      <a:pt x="1857993" y="621796"/>
                      <a:pt x="1827488" y="621796"/>
                    </a:cubicBezTo>
                    <a:lnTo>
                      <a:pt x="55234" y="621796"/>
                    </a:lnTo>
                    <a:cubicBezTo>
                      <a:pt x="24729" y="621796"/>
                      <a:pt x="0" y="597067"/>
                      <a:pt x="0" y="566562"/>
                    </a:cubicBezTo>
                    <a:lnTo>
                      <a:pt x="0" y="55234"/>
                    </a:lnTo>
                    <a:cubicBezTo>
                      <a:pt x="0" y="24729"/>
                      <a:pt x="24729" y="0"/>
                      <a:pt x="55234" y="0"/>
                    </a:cubicBezTo>
                    <a:close/>
                  </a:path>
                </a:pathLst>
              </a:custGeom>
              <a:solidFill>
                <a:srgbClr val="E1EFFA"/>
              </a:solidFill>
            </p:spPr>
          </p:sp>
          <p:sp>
            <p:nvSpPr>
              <p:cNvPr name="TextBox 27" id="27"/>
              <p:cNvSpPr txBox="true"/>
              <p:nvPr/>
            </p:nvSpPr>
            <p:spPr>
              <a:xfrm>
                <a:off x="0" y="-142875"/>
                <a:ext cx="1882722" cy="764671"/>
              </a:xfrm>
              <a:prstGeom prst="rect">
                <a:avLst/>
              </a:prstGeom>
            </p:spPr>
            <p:txBody>
              <a:bodyPr anchor="ctr" rtlCol="false" tIns="50800" lIns="50800" bIns="50800" rIns="50800"/>
              <a:lstStyle/>
              <a:p>
                <a:pPr algn="ctr">
                  <a:lnSpc>
                    <a:spcPts val="4759"/>
                  </a:lnSpc>
                </a:pPr>
              </a:p>
            </p:txBody>
          </p:sp>
        </p:grpSp>
      </p:grpSp>
      <p:sp>
        <p:nvSpPr>
          <p:cNvPr name="TextBox 28" id="28"/>
          <p:cNvSpPr txBox="true"/>
          <p:nvPr/>
        </p:nvSpPr>
        <p:spPr>
          <a:xfrm rot="0">
            <a:off x="2090468" y="6736080"/>
            <a:ext cx="13729356" cy="537845"/>
          </a:xfrm>
          <a:prstGeom prst="rect">
            <a:avLst/>
          </a:prstGeom>
        </p:spPr>
        <p:txBody>
          <a:bodyPr anchor="t" rtlCol="false" tIns="0" lIns="0" bIns="0" rIns="0">
            <a:spAutoFit/>
          </a:bodyPr>
          <a:lstStyle/>
          <a:p>
            <a:pPr algn="ctr" marL="0" indent="0" lvl="0">
              <a:lnSpc>
                <a:spcPts val="4480"/>
              </a:lnSpc>
              <a:spcBef>
                <a:spcPct val="0"/>
              </a:spcBef>
            </a:pPr>
            <a:r>
              <a:rPr lang="en-US" sz="3200" u="sng">
                <a:solidFill>
                  <a:srgbClr val="5A99D1"/>
                </a:solidFill>
                <a:latin typeface="Intro Rust"/>
                <a:ea typeface="Intro Rust"/>
                <a:cs typeface="Intro Rust"/>
                <a:sym typeface="Intro Rust"/>
              </a:rPr>
              <a:t>https://github.com/settings/profile</a:t>
            </a:r>
          </a:p>
        </p:txBody>
      </p:sp>
      <p:sp>
        <p:nvSpPr>
          <p:cNvPr name="Freeform 29" id="29"/>
          <p:cNvSpPr/>
          <p:nvPr/>
        </p:nvSpPr>
        <p:spPr>
          <a:xfrm flipH="false" flipV="false" rot="-352285">
            <a:off x="174747" y="7774320"/>
            <a:ext cx="2775627" cy="2376946"/>
          </a:xfrm>
          <a:custGeom>
            <a:avLst/>
            <a:gdLst/>
            <a:ahLst/>
            <a:cxnLst/>
            <a:rect r="r" b="b" t="t" l="l"/>
            <a:pathLst>
              <a:path h="2376946" w="2775627">
                <a:moveTo>
                  <a:pt x="0" y="0"/>
                </a:moveTo>
                <a:lnTo>
                  <a:pt x="2775627" y="0"/>
                </a:lnTo>
                <a:lnTo>
                  <a:pt x="2775627" y="2376946"/>
                </a:lnTo>
                <a:lnTo>
                  <a:pt x="0" y="2376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30" id="30"/>
          <p:cNvSpPr/>
          <p:nvPr/>
        </p:nvSpPr>
        <p:spPr>
          <a:xfrm flipH="false" flipV="false" rot="-223972">
            <a:off x="15499197" y="7763866"/>
            <a:ext cx="2454599" cy="2057400"/>
          </a:xfrm>
          <a:custGeom>
            <a:avLst/>
            <a:gdLst/>
            <a:ahLst/>
            <a:cxnLst/>
            <a:rect r="r" b="b" t="t" l="l"/>
            <a:pathLst>
              <a:path h="2057400" w="2454599">
                <a:moveTo>
                  <a:pt x="0" y="0"/>
                </a:moveTo>
                <a:lnTo>
                  <a:pt x="2454599" y="0"/>
                </a:lnTo>
                <a:lnTo>
                  <a:pt x="2454599" y="2057400"/>
                </a:lnTo>
                <a:lnTo>
                  <a:pt x="0" y="20574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31" id="31"/>
          <p:cNvSpPr txBox="true"/>
          <p:nvPr/>
        </p:nvSpPr>
        <p:spPr>
          <a:xfrm rot="0">
            <a:off x="4270368" y="7514761"/>
            <a:ext cx="9587324" cy="604520"/>
          </a:xfrm>
          <a:prstGeom prst="rect">
            <a:avLst/>
          </a:prstGeom>
        </p:spPr>
        <p:txBody>
          <a:bodyPr anchor="t" rtlCol="false" tIns="0" lIns="0" bIns="0" rIns="0">
            <a:spAutoFit/>
          </a:bodyPr>
          <a:lstStyle/>
          <a:p>
            <a:pPr algn="ctr" marL="0" indent="0" lvl="0">
              <a:lnSpc>
                <a:spcPts val="4480"/>
              </a:lnSpc>
              <a:spcBef>
                <a:spcPct val="0"/>
              </a:spcBef>
            </a:pPr>
            <a:r>
              <a:rPr lang="en-US" sz="3200">
                <a:solidFill>
                  <a:srgbClr val="5A99D1"/>
                </a:solidFill>
                <a:latin typeface="Mero Thai"/>
                <a:ea typeface="Mero Thai"/>
                <a:cs typeface="Mero Thai"/>
                <a:sym typeface="Mero Thai"/>
                <a:hlinkClick r:id="rId10" tooltip="https://github.com/alexanegrete010-dev"/>
              </a:rPr>
              <a:t>alexanegrete010-dev (alexanegrete010-dev)</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3702275" y="2015801"/>
            <a:ext cx="3557025" cy="7242499"/>
          </a:xfrm>
          <a:custGeom>
            <a:avLst/>
            <a:gdLst/>
            <a:ahLst/>
            <a:cxnLst/>
            <a:rect r="r" b="b" t="t" l="l"/>
            <a:pathLst>
              <a:path h="7242499" w="3557025">
                <a:moveTo>
                  <a:pt x="0" y="0"/>
                </a:moveTo>
                <a:lnTo>
                  <a:pt x="3557025" y="0"/>
                </a:lnTo>
                <a:lnTo>
                  <a:pt x="3557025" y="7242499"/>
                </a:lnTo>
                <a:lnTo>
                  <a:pt x="0" y="7242499"/>
                </a:lnTo>
                <a:lnTo>
                  <a:pt x="0" y="0"/>
                </a:lnTo>
                <a:close/>
              </a:path>
            </a:pathLst>
          </a:custGeom>
          <a:blipFill>
            <a:blip r:embed="rId2"/>
            <a:stretch>
              <a:fillRect l="0" t="0" r="0" b="0"/>
            </a:stretch>
          </a:blipFill>
        </p:spPr>
      </p:sp>
      <p:sp>
        <p:nvSpPr>
          <p:cNvPr name="Freeform 3" id="3"/>
          <p:cNvSpPr/>
          <p:nvPr/>
        </p:nvSpPr>
        <p:spPr>
          <a:xfrm flipH="false" flipV="false" rot="0">
            <a:off x="714969" y="2798704"/>
            <a:ext cx="11919456" cy="5669191"/>
          </a:xfrm>
          <a:custGeom>
            <a:avLst/>
            <a:gdLst/>
            <a:ahLst/>
            <a:cxnLst/>
            <a:rect r="r" b="b" t="t" l="l"/>
            <a:pathLst>
              <a:path h="5669191" w="11919456">
                <a:moveTo>
                  <a:pt x="0" y="0"/>
                </a:moveTo>
                <a:lnTo>
                  <a:pt x="11919456" y="0"/>
                </a:lnTo>
                <a:lnTo>
                  <a:pt x="11919456" y="5669191"/>
                </a:lnTo>
                <a:lnTo>
                  <a:pt x="0" y="5669191"/>
                </a:lnTo>
                <a:lnTo>
                  <a:pt x="0" y="0"/>
                </a:lnTo>
                <a:close/>
              </a:path>
            </a:pathLst>
          </a:custGeom>
          <a:blipFill>
            <a:blip r:embed="rId3"/>
            <a:stretch>
              <a:fillRect l="0" t="0" r="0" b="0"/>
            </a:stretch>
          </a:blipFill>
        </p:spPr>
      </p:sp>
      <p:sp>
        <p:nvSpPr>
          <p:cNvPr name="Freeform 4" id="4"/>
          <p:cNvSpPr/>
          <p:nvPr/>
        </p:nvSpPr>
        <p:spPr>
          <a:xfrm flipH="false" flipV="false" rot="0">
            <a:off x="11870720" y="7214397"/>
            <a:ext cx="2592160" cy="3072603"/>
          </a:xfrm>
          <a:custGeom>
            <a:avLst/>
            <a:gdLst/>
            <a:ahLst/>
            <a:cxnLst/>
            <a:rect r="r" b="b" t="t" l="l"/>
            <a:pathLst>
              <a:path h="3072603" w="2592160">
                <a:moveTo>
                  <a:pt x="0" y="0"/>
                </a:moveTo>
                <a:lnTo>
                  <a:pt x="2592160" y="0"/>
                </a:lnTo>
                <a:lnTo>
                  <a:pt x="2592160" y="3072603"/>
                </a:lnTo>
                <a:lnTo>
                  <a:pt x="0" y="30726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28700" y="895350"/>
            <a:ext cx="6920202" cy="1177549"/>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Screen1</a:t>
            </a:r>
          </a:p>
        </p:txBody>
      </p:sp>
      <p:sp>
        <p:nvSpPr>
          <p:cNvPr name="TextBox 6" id="6"/>
          <p:cNvSpPr txBox="true"/>
          <p:nvPr/>
        </p:nvSpPr>
        <p:spPr>
          <a:xfrm rot="0">
            <a:off x="10339098" y="997397"/>
            <a:ext cx="6920202" cy="916305"/>
          </a:xfrm>
          <a:prstGeom prst="rect">
            <a:avLst/>
          </a:prstGeom>
        </p:spPr>
        <p:txBody>
          <a:bodyPr anchor="t" rtlCol="false" tIns="0" lIns="0" bIns="0" rIns="0">
            <a:spAutoFit/>
          </a:bodyPr>
          <a:lstStyle/>
          <a:p>
            <a:pPr algn="r" marL="0" indent="0" lvl="0">
              <a:lnSpc>
                <a:spcPts val="6719"/>
              </a:lnSpc>
              <a:spcBef>
                <a:spcPct val="0"/>
              </a:spcBef>
            </a:pPr>
            <a:r>
              <a:rPr lang="en-US" sz="4799">
                <a:solidFill>
                  <a:srgbClr val="5A99D1"/>
                </a:solidFill>
                <a:latin typeface="Mero Thai"/>
                <a:ea typeface="Mero Thai"/>
                <a:cs typeface="Mero Thai"/>
                <a:sym typeface="Mero Thai"/>
              </a:rPr>
              <a:t>Interfaz</a:t>
            </a:r>
          </a:p>
        </p:txBody>
      </p:sp>
      <p:sp>
        <p:nvSpPr>
          <p:cNvPr name="TextBox 7" id="7"/>
          <p:cNvSpPr txBox="true"/>
          <p:nvPr/>
        </p:nvSpPr>
        <p:spPr>
          <a:xfrm rot="0">
            <a:off x="1028700" y="1882399"/>
            <a:ext cx="6920202" cy="916305"/>
          </a:xfrm>
          <a:prstGeom prst="rect">
            <a:avLst/>
          </a:prstGeom>
        </p:spPr>
        <p:txBody>
          <a:bodyPr anchor="t" rtlCol="false" tIns="0" lIns="0" bIns="0" rIns="0">
            <a:spAutoFit/>
          </a:bodyPr>
          <a:lstStyle/>
          <a:p>
            <a:pPr algn="just" marL="0" indent="0" lvl="0">
              <a:lnSpc>
                <a:spcPts val="6719"/>
              </a:lnSpc>
              <a:spcBef>
                <a:spcPct val="0"/>
              </a:spcBef>
            </a:pPr>
            <a:r>
              <a:rPr lang="en-US" sz="4799">
                <a:solidFill>
                  <a:srgbClr val="5A99D1"/>
                </a:solidFill>
                <a:latin typeface="Mero Thai"/>
                <a:ea typeface="Mero Thai"/>
                <a:cs typeface="Mero Thai"/>
                <a:sym typeface="Mero Thai"/>
              </a:rPr>
              <a:t>Diseño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56957" y="2102312"/>
            <a:ext cx="13987804" cy="7155988"/>
            <a:chOff x="0" y="0"/>
            <a:chExt cx="3684031" cy="1884705"/>
          </a:xfrm>
        </p:grpSpPr>
        <p:sp>
          <p:nvSpPr>
            <p:cNvPr name="Freeform 3" id="3"/>
            <p:cNvSpPr/>
            <p:nvPr/>
          </p:nvSpPr>
          <p:spPr>
            <a:xfrm flipH="false" flipV="false" rot="0">
              <a:off x="0" y="0"/>
              <a:ext cx="3684031" cy="1884705"/>
            </a:xfrm>
            <a:custGeom>
              <a:avLst/>
              <a:gdLst/>
              <a:ahLst/>
              <a:cxnLst/>
              <a:rect r="r" b="b" t="t" l="l"/>
              <a:pathLst>
                <a:path h="1884705" w="3684031">
                  <a:moveTo>
                    <a:pt x="28227" y="0"/>
                  </a:moveTo>
                  <a:lnTo>
                    <a:pt x="3655804" y="0"/>
                  </a:lnTo>
                  <a:cubicBezTo>
                    <a:pt x="3671393" y="0"/>
                    <a:pt x="3684031" y="12638"/>
                    <a:pt x="3684031" y="28227"/>
                  </a:cubicBezTo>
                  <a:lnTo>
                    <a:pt x="3684031" y="1856477"/>
                  </a:lnTo>
                  <a:cubicBezTo>
                    <a:pt x="3684031" y="1872067"/>
                    <a:pt x="3671393" y="1884705"/>
                    <a:pt x="3655804" y="1884705"/>
                  </a:cubicBezTo>
                  <a:lnTo>
                    <a:pt x="28227" y="1884705"/>
                  </a:lnTo>
                  <a:cubicBezTo>
                    <a:pt x="12638" y="1884705"/>
                    <a:pt x="0" y="1872067"/>
                    <a:pt x="0" y="1856477"/>
                  </a:cubicBezTo>
                  <a:lnTo>
                    <a:pt x="0" y="28227"/>
                  </a:lnTo>
                  <a:cubicBezTo>
                    <a:pt x="0" y="12638"/>
                    <a:pt x="12638" y="0"/>
                    <a:pt x="28227" y="0"/>
                  </a:cubicBezTo>
                  <a:close/>
                </a:path>
              </a:pathLst>
            </a:custGeom>
            <a:solidFill>
              <a:srgbClr val="2C5371"/>
            </a:solidFill>
          </p:spPr>
        </p:sp>
        <p:sp>
          <p:nvSpPr>
            <p:cNvPr name="TextBox 4" id="4"/>
            <p:cNvSpPr txBox="true"/>
            <p:nvPr/>
          </p:nvSpPr>
          <p:spPr>
            <a:xfrm>
              <a:off x="0" y="-123825"/>
              <a:ext cx="3684031" cy="2008530"/>
            </a:xfrm>
            <a:prstGeom prst="rect">
              <a:avLst/>
            </a:prstGeom>
          </p:spPr>
          <p:txBody>
            <a:bodyPr anchor="ctr" rtlCol="false" tIns="50800" lIns="50800" bIns="50800" rIns="50800"/>
            <a:lstStyle/>
            <a:p>
              <a:pPr algn="ctr">
                <a:lnSpc>
                  <a:spcPts val="4199"/>
                </a:lnSpc>
              </a:pPr>
            </a:p>
          </p:txBody>
        </p:sp>
      </p:grpSp>
      <p:sp>
        <p:nvSpPr>
          <p:cNvPr name="Freeform 5" id="5"/>
          <p:cNvSpPr/>
          <p:nvPr/>
        </p:nvSpPr>
        <p:spPr>
          <a:xfrm flipH="false" flipV="false" rot="0">
            <a:off x="15214457" y="273147"/>
            <a:ext cx="2819137" cy="2414207"/>
          </a:xfrm>
          <a:custGeom>
            <a:avLst/>
            <a:gdLst/>
            <a:ahLst/>
            <a:cxnLst/>
            <a:rect r="r" b="b" t="t" l="l"/>
            <a:pathLst>
              <a:path h="2414207" w="2819137">
                <a:moveTo>
                  <a:pt x="0" y="0"/>
                </a:moveTo>
                <a:lnTo>
                  <a:pt x="2819137" y="0"/>
                </a:lnTo>
                <a:lnTo>
                  <a:pt x="2819137" y="2414207"/>
                </a:lnTo>
                <a:lnTo>
                  <a:pt x="0" y="241420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2601885" y="2572801"/>
            <a:ext cx="13084230" cy="6215009"/>
          </a:xfrm>
          <a:custGeom>
            <a:avLst/>
            <a:gdLst/>
            <a:ahLst/>
            <a:cxnLst/>
            <a:rect r="r" b="b" t="t" l="l"/>
            <a:pathLst>
              <a:path h="6215009" w="13084230">
                <a:moveTo>
                  <a:pt x="0" y="0"/>
                </a:moveTo>
                <a:lnTo>
                  <a:pt x="13084230" y="0"/>
                </a:lnTo>
                <a:lnTo>
                  <a:pt x="13084230" y="6215010"/>
                </a:lnTo>
                <a:lnTo>
                  <a:pt x="0" y="6215010"/>
                </a:lnTo>
                <a:lnTo>
                  <a:pt x="0" y="0"/>
                </a:lnTo>
                <a:close/>
              </a:path>
            </a:pathLst>
          </a:custGeom>
          <a:blipFill>
            <a:blip r:embed="rId4"/>
            <a:stretch>
              <a:fillRect l="0" t="0" r="0" b="0"/>
            </a:stretch>
          </a:blipFill>
        </p:spPr>
      </p:sp>
      <p:grpSp>
        <p:nvGrpSpPr>
          <p:cNvPr name="Group 7" id="7"/>
          <p:cNvGrpSpPr/>
          <p:nvPr/>
        </p:nvGrpSpPr>
        <p:grpSpPr>
          <a:xfrm rot="0">
            <a:off x="2444552" y="0"/>
            <a:ext cx="11027944" cy="1943073"/>
            <a:chOff x="0" y="0"/>
            <a:chExt cx="14703926" cy="2590764"/>
          </a:xfrm>
        </p:grpSpPr>
        <p:sp>
          <p:nvSpPr>
            <p:cNvPr name="TextBox 8" id="8"/>
            <p:cNvSpPr txBox="true"/>
            <p:nvPr/>
          </p:nvSpPr>
          <p:spPr>
            <a:xfrm rot="0">
              <a:off x="0" y="-133350"/>
              <a:ext cx="14703926" cy="1525615"/>
            </a:xfrm>
            <a:prstGeom prst="rect">
              <a:avLst/>
            </a:prstGeom>
          </p:spPr>
          <p:txBody>
            <a:bodyPr anchor="t" rtlCol="false" tIns="0" lIns="0" bIns="0" rIns="0">
              <a:spAutoFit/>
            </a:bodyPr>
            <a:lstStyle/>
            <a:p>
              <a:pPr algn="l">
                <a:lnSpc>
                  <a:spcPts val="9645"/>
                </a:lnSpc>
              </a:pPr>
            </a:p>
          </p:txBody>
        </p:sp>
        <p:sp>
          <p:nvSpPr>
            <p:cNvPr name="TextBox 9" id="9"/>
            <p:cNvSpPr txBox="true"/>
            <p:nvPr/>
          </p:nvSpPr>
          <p:spPr>
            <a:xfrm rot="0">
              <a:off x="0" y="1432524"/>
              <a:ext cx="14703926" cy="1158240"/>
            </a:xfrm>
            <a:prstGeom prst="rect">
              <a:avLst/>
            </a:prstGeom>
          </p:spPr>
          <p:txBody>
            <a:bodyPr anchor="t" rtlCol="false" tIns="0" lIns="0" bIns="0" rIns="0">
              <a:spAutoFit/>
            </a:bodyPr>
            <a:lstStyle/>
            <a:p>
              <a:pPr algn="l">
                <a:lnSpc>
                  <a:spcPts val="6720"/>
                </a:lnSpc>
              </a:pPr>
              <a:r>
                <a:rPr lang="en-US" sz="4800">
                  <a:solidFill>
                    <a:srgbClr val="5A99D1"/>
                  </a:solidFill>
                  <a:latin typeface="Mero Thai"/>
                  <a:ea typeface="Mero Thai"/>
                  <a:cs typeface="Mero Thai"/>
                  <a:sym typeface="Mero Thai"/>
                </a:rPr>
                <a:t>Bloques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1317605" y="2465811"/>
            <a:ext cx="11866853" cy="5885459"/>
            <a:chOff x="0" y="0"/>
            <a:chExt cx="3125426" cy="1550080"/>
          </a:xfrm>
        </p:grpSpPr>
        <p:sp>
          <p:nvSpPr>
            <p:cNvPr name="Freeform 3" id="3"/>
            <p:cNvSpPr/>
            <p:nvPr/>
          </p:nvSpPr>
          <p:spPr>
            <a:xfrm flipH="false" flipV="false" rot="0">
              <a:off x="0" y="0"/>
              <a:ext cx="3125426" cy="1550080"/>
            </a:xfrm>
            <a:custGeom>
              <a:avLst/>
              <a:gdLst/>
              <a:ahLst/>
              <a:cxnLst/>
              <a:rect r="r" b="b" t="t" l="l"/>
              <a:pathLst>
                <a:path h="1550080" w="3125426">
                  <a:moveTo>
                    <a:pt x="33272" y="0"/>
                  </a:moveTo>
                  <a:lnTo>
                    <a:pt x="3092154" y="0"/>
                  </a:lnTo>
                  <a:cubicBezTo>
                    <a:pt x="3100978" y="0"/>
                    <a:pt x="3109441" y="3505"/>
                    <a:pt x="3115681" y="9745"/>
                  </a:cubicBezTo>
                  <a:cubicBezTo>
                    <a:pt x="3121921" y="15985"/>
                    <a:pt x="3125426" y="24448"/>
                    <a:pt x="3125426" y="33272"/>
                  </a:cubicBezTo>
                  <a:lnTo>
                    <a:pt x="3125426" y="1516807"/>
                  </a:lnTo>
                  <a:cubicBezTo>
                    <a:pt x="3125426" y="1525632"/>
                    <a:pt x="3121921" y="1534095"/>
                    <a:pt x="3115681" y="1540334"/>
                  </a:cubicBezTo>
                  <a:cubicBezTo>
                    <a:pt x="3109441" y="1546574"/>
                    <a:pt x="3100978" y="1550080"/>
                    <a:pt x="3092154" y="1550080"/>
                  </a:cubicBezTo>
                  <a:lnTo>
                    <a:pt x="33272" y="1550080"/>
                  </a:lnTo>
                  <a:cubicBezTo>
                    <a:pt x="24448" y="1550080"/>
                    <a:pt x="15985" y="1546574"/>
                    <a:pt x="9745" y="1540334"/>
                  </a:cubicBezTo>
                  <a:cubicBezTo>
                    <a:pt x="3505" y="1534095"/>
                    <a:pt x="0" y="1525632"/>
                    <a:pt x="0" y="1516807"/>
                  </a:cubicBezTo>
                  <a:lnTo>
                    <a:pt x="0" y="33272"/>
                  </a:lnTo>
                  <a:cubicBezTo>
                    <a:pt x="0" y="24448"/>
                    <a:pt x="3505" y="15985"/>
                    <a:pt x="9745" y="9745"/>
                  </a:cubicBezTo>
                  <a:cubicBezTo>
                    <a:pt x="15985" y="3505"/>
                    <a:pt x="24448" y="0"/>
                    <a:pt x="33272" y="0"/>
                  </a:cubicBezTo>
                  <a:close/>
                </a:path>
              </a:pathLst>
            </a:custGeom>
            <a:solidFill>
              <a:srgbClr val="5A99D1"/>
            </a:solidFill>
          </p:spPr>
        </p:sp>
        <p:sp>
          <p:nvSpPr>
            <p:cNvPr name="TextBox 4" id="4"/>
            <p:cNvSpPr txBox="true"/>
            <p:nvPr/>
          </p:nvSpPr>
          <p:spPr>
            <a:xfrm>
              <a:off x="0" y="-142875"/>
              <a:ext cx="3125426" cy="1692955"/>
            </a:xfrm>
            <a:prstGeom prst="rect">
              <a:avLst/>
            </a:prstGeom>
          </p:spPr>
          <p:txBody>
            <a:bodyPr anchor="ctr" rtlCol="false" tIns="50800" lIns="50800" bIns="50800" rIns="50800"/>
            <a:lstStyle/>
            <a:p>
              <a:pPr algn="ctr">
                <a:lnSpc>
                  <a:spcPts val="4759"/>
                </a:lnSpc>
              </a:pPr>
            </a:p>
          </p:txBody>
        </p:sp>
      </p:grpSp>
      <p:grpSp>
        <p:nvGrpSpPr>
          <p:cNvPr name="Group 5" id="5"/>
          <p:cNvGrpSpPr/>
          <p:nvPr/>
        </p:nvGrpSpPr>
        <p:grpSpPr>
          <a:xfrm rot="0">
            <a:off x="13508953" y="2375803"/>
            <a:ext cx="4049887" cy="7811490"/>
            <a:chOff x="0" y="0"/>
            <a:chExt cx="1066637" cy="2057347"/>
          </a:xfrm>
        </p:grpSpPr>
        <p:sp>
          <p:nvSpPr>
            <p:cNvPr name="Freeform 6" id="6"/>
            <p:cNvSpPr/>
            <p:nvPr/>
          </p:nvSpPr>
          <p:spPr>
            <a:xfrm flipH="false" flipV="false" rot="0">
              <a:off x="0" y="0"/>
              <a:ext cx="1066637" cy="2057347"/>
            </a:xfrm>
            <a:custGeom>
              <a:avLst/>
              <a:gdLst/>
              <a:ahLst/>
              <a:cxnLst/>
              <a:rect r="r" b="b" t="t" l="l"/>
              <a:pathLst>
                <a:path h="2057347" w="1066637">
                  <a:moveTo>
                    <a:pt x="97494" y="0"/>
                  </a:moveTo>
                  <a:lnTo>
                    <a:pt x="969143" y="0"/>
                  </a:lnTo>
                  <a:cubicBezTo>
                    <a:pt x="995000" y="0"/>
                    <a:pt x="1019798" y="10272"/>
                    <a:pt x="1038082" y="28555"/>
                  </a:cubicBezTo>
                  <a:cubicBezTo>
                    <a:pt x="1056365" y="46839"/>
                    <a:pt x="1066637" y="71637"/>
                    <a:pt x="1066637" y="97494"/>
                  </a:cubicBezTo>
                  <a:lnTo>
                    <a:pt x="1066637" y="1959854"/>
                  </a:lnTo>
                  <a:cubicBezTo>
                    <a:pt x="1066637" y="1985711"/>
                    <a:pt x="1056365" y="2010508"/>
                    <a:pt x="1038082" y="2028792"/>
                  </a:cubicBezTo>
                  <a:cubicBezTo>
                    <a:pt x="1019798" y="2047076"/>
                    <a:pt x="995000" y="2057347"/>
                    <a:pt x="969143" y="2057347"/>
                  </a:cubicBezTo>
                  <a:lnTo>
                    <a:pt x="97494" y="2057347"/>
                  </a:lnTo>
                  <a:cubicBezTo>
                    <a:pt x="71637" y="2057347"/>
                    <a:pt x="46839" y="2047076"/>
                    <a:pt x="28555" y="2028792"/>
                  </a:cubicBezTo>
                  <a:cubicBezTo>
                    <a:pt x="10272" y="2010508"/>
                    <a:pt x="0" y="1985711"/>
                    <a:pt x="0" y="1959854"/>
                  </a:cubicBezTo>
                  <a:lnTo>
                    <a:pt x="0" y="97494"/>
                  </a:lnTo>
                  <a:cubicBezTo>
                    <a:pt x="0" y="71637"/>
                    <a:pt x="10272" y="46839"/>
                    <a:pt x="28555" y="28555"/>
                  </a:cubicBezTo>
                  <a:cubicBezTo>
                    <a:pt x="46839" y="10272"/>
                    <a:pt x="71637" y="0"/>
                    <a:pt x="97494" y="0"/>
                  </a:cubicBezTo>
                  <a:close/>
                </a:path>
              </a:pathLst>
            </a:custGeom>
            <a:solidFill>
              <a:srgbClr val="5A99D1"/>
            </a:solidFill>
          </p:spPr>
        </p:sp>
        <p:sp>
          <p:nvSpPr>
            <p:cNvPr name="TextBox 7" id="7"/>
            <p:cNvSpPr txBox="true"/>
            <p:nvPr/>
          </p:nvSpPr>
          <p:spPr>
            <a:xfrm>
              <a:off x="0" y="-142875"/>
              <a:ext cx="1066637" cy="2200222"/>
            </a:xfrm>
            <a:prstGeom prst="rect">
              <a:avLst/>
            </a:prstGeom>
          </p:spPr>
          <p:txBody>
            <a:bodyPr anchor="ctr" rtlCol="false" tIns="50800" lIns="50800" bIns="50800" rIns="50800"/>
            <a:lstStyle/>
            <a:p>
              <a:pPr algn="ctr">
                <a:lnSpc>
                  <a:spcPts val="4759"/>
                </a:lnSpc>
              </a:pPr>
            </a:p>
          </p:txBody>
        </p:sp>
      </p:grpSp>
      <p:sp>
        <p:nvSpPr>
          <p:cNvPr name="Freeform 8" id="8"/>
          <p:cNvSpPr/>
          <p:nvPr/>
        </p:nvSpPr>
        <p:spPr>
          <a:xfrm flipH="false" flipV="false" rot="0">
            <a:off x="13733529" y="2670811"/>
            <a:ext cx="3600735" cy="7221474"/>
          </a:xfrm>
          <a:custGeom>
            <a:avLst/>
            <a:gdLst/>
            <a:ahLst/>
            <a:cxnLst/>
            <a:rect r="r" b="b" t="t" l="l"/>
            <a:pathLst>
              <a:path h="7221474" w="3600735">
                <a:moveTo>
                  <a:pt x="0" y="0"/>
                </a:moveTo>
                <a:lnTo>
                  <a:pt x="3600735" y="0"/>
                </a:lnTo>
                <a:lnTo>
                  <a:pt x="3600735" y="7221474"/>
                </a:lnTo>
                <a:lnTo>
                  <a:pt x="0" y="7221474"/>
                </a:lnTo>
                <a:lnTo>
                  <a:pt x="0" y="0"/>
                </a:lnTo>
                <a:close/>
              </a:path>
            </a:pathLst>
          </a:custGeom>
          <a:blipFill>
            <a:blip r:embed="rId2"/>
            <a:stretch>
              <a:fillRect l="0" t="0" r="0" b="0"/>
            </a:stretch>
          </a:blipFill>
        </p:spPr>
      </p:sp>
      <p:sp>
        <p:nvSpPr>
          <p:cNvPr name="Freeform 9" id="9"/>
          <p:cNvSpPr/>
          <p:nvPr/>
        </p:nvSpPr>
        <p:spPr>
          <a:xfrm flipH="false" flipV="false" rot="0">
            <a:off x="1687533" y="2754551"/>
            <a:ext cx="11122632" cy="5283250"/>
          </a:xfrm>
          <a:custGeom>
            <a:avLst/>
            <a:gdLst/>
            <a:ahLst/>
            <a:cxnLst/>
            <a:rect r="r" b="b" t="t" l="l"/>
            <a:pathLst>
              <a:path h="5283250" w="11122632">
                <a:moveTo>
                  <a:pt x="0" y="0"/>
                </a:moveTo>
                <a:lnTo>
                  <a:pt x="11122632" y="0"/>
                </a:lnTo>
                <a:lnTo>
                  <a:pt x="11122632" y="5283250"/>
                </a:lnTo>
                <a:lnTo>
                  <a:pt x="0" y="5283250"/>
                </a:lnTo>
                <a:lnTo>
                  <a:pt x="0" y="0"/>
                </a:lnTo>
                <a:close/>
              </a:path>
            </a:pathLst>
          </a:custGeom>
          <a:blipFill>
            <a:blip r:embed="rId3"/>
            <a:stretch>
              <a:fillRect l="0" t="0" r="0" b="0"/>
            </a:stretch>
          </a:blipFill>
        </p:spPr>
      </p:sp>
      <p:sp>
        <p:nvSpPr>
          <p:cNvPr name="Freeform 10" id="10"/>
          <p:cNvSpPr/>
          <p:nvPr/>
        </p:nvSpPr>
        <p:spPr>
          <a:xfrm flipH="false" flipV="false" rot="-1280129">
            <a:off x="690772" y="7420293"/>
            <a:ext cx="2941492" cy="2369238"/>
          </a:xfrm>
          <a:custGeom>
            <a:avLst/>
            <a:gdLst/>
            <a:ahLst/>
            <a:cxnLst/>
            <a:rect r="r" b="b" t="t" l="l"/>
            <a:pathLst>
              <a:path h="2369238" w="2941492">
                <a:moveTo>
                  <a:pt x="0" y="0"/>
                </a:moveTo>
                <a:lnTo>
                  <a:pt x="2941492" y="0"/>
                </a:lnTo>
                <a:lnTo>
                  <a:pt x="2941492" y="2369238"/>
                </a:lnTo>
                <a:lnTo>
                  <a:pt x="0" y="23692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1" id="11"/>
          <p:cNvSpPr txBox="true"/>
          <p:nvPr/>
        </p:nvSpPr>
        <p:spPr>
          <a:xfrm rot="0">
            <a:off x="1028700" y="319087"/>
            <a:ext cx="13752859" cy="1329949"/>
          </a:xfrm>
          <a:prstGeom prst="rect">
            <a:avLst/>
          </a:prstGeom>
        </p:spPr>
        <p:txBody>
          <a:bodyPr anchor="t" rtlCol="false" tIns="0" lIns="0" bIns="0" rIns="0">
            <a:spAutoFit/>
          </a:bodyPr>
          <a:lstStyle/>
          <a:p>
            <a:pPr algn="ctr">
              <a:lnSpc>
                <a:spcPts val="9645"/>
              </a:lnSpc>
            </a:pPr>
            <a:r>
              <a:rPr lang="en-US" sz="6889" b="true">
                <a:solidFill>
                  <a:srgbClr val="34495E"/>
                </a:solidFill>
                <a:latin typeface="Mero Thai Bold"/>
                <a:ea typeface="Mero Thai Bold"/>
                <a:cs typeface="Mero Thai Bold"/>
                <a:sym typeface="Mero Thai Bold"/>
              </a:rPr>
              <a:t>Screen_Linea_de_Tendencia</a:t>
            </a:r>
          </a:p>
        </p:txBody>
      </p:sp>
      <p:sp>
        <p:nvSpPr>
          <p:cNvPr name="TextBox 12" id="12"/>
          <p:cNvSpPr txBox="true"/>
          <p:nvPr/>
        </p:nvSpPr>
        <p:spPr>
          <a:xfrm rot="0">
            <a:off x="1028700" y="1459498"/>
            <a:ext cx="13752859" cy="916305"/>
          </a:xfrm>
          <a:prstGeom prst="rect">
            <a:avLst/>
          </a:prstGeom>
        </p:spPr>
        <p:txBody>
          <a:bodyPr anchor="t" rtlCol="false" tIns="0" lIns="0" bIns="0" rIns="0">
            <a:spAutoFit/>
          </a:bodyPr>
          <a:lstStyle/>
          <a:p>
            <a:pPr algn="l" marL="0" indent="0" lvl="0">
              <a:lnSpc>
                <a:spcPts val="6719"/>
              </a:lnSpc>
              <a:spcBef>
                <a:spcPct val="0"/>
              </a:spcBef>
            </a:pPr>
            <a:r>
              <a:rPr lang="en-US" sz="4800">
                <a:solidFill>
                  <a:srgbClr val="5A99D1"/>
                </a:solidFill>
                <a:latin typeface="Mero Thai"/>
                <a:ea typeface="Mero Thai"/>
                <a:cs typeface="Mero Thai"/>
                <a:sym typeface="Mero Thai"/>
              </a:rPr>
              <a:t>D</a:t>
            </a:r>
            <a:r>
              <a:rPr lang="en-US" sz="4800" strike="noStrike" u="none">
                <a:solidFill>
                  <a:srgbClr val="5A99D1"/>
                </a:solidFill>
                <a:latin typeface="Mero Thai"/>
                <a:ea typeface="Mero Thai"/>
                <a:cs typeface="Mero Thai"/>
                <a:sym typeface="Mero Thai"/>
              </a:rPr>
              <a:t>iseño</a:t>
            </a:r>
          </a:p>
        </p:txBody>
      </p:sp>
      <p:sp>
        <p:nvSpPr>
          <p:cNvPr name="TextBox 13" id="13"/>
          <p:cNvSpPr txBox="true"/>
          <p:nvPr/>
        </p:nvSpPr>
        <p:spPr>
          <a:xfrm rot="0">
            <a:off x="3492914" y="1501881"/>
            <a:ext cx="13752859" cy="916305"/>
          </a:xfrm>
          <a:prstGeom prst="rect">
            <a:avLst/>
          </a:prstGeom>
        </p:spPr>
        <p:txBody>
          <a:bodyPr anchor="t" rtlCol="false" tIns="0" lIns="0" bIns="0" rIns="0">
            <a:spAutoFit/>
          </a:bodyPr>
          <a:lstStyle/>
          <a:p>
            <a:pPr algn="r" marL="0" indent="0" lvl="0">
              <a:lnSpc>
                <a:spcPts val="6719"/>
              </a:lnSpc>
              <a:spcBef>
                <a:spcPct val="0"/>
              </a:spcBef>
            </a:pPr>
            <a:r>
              <a:rPr lang="en-US" sz="4800">
                <a:solidFill>
                  <a:srgbClr val="5A99D1"/>
                </a:solidFill>
                <a:latin typeface="Mero Thai"/>
                <a:ea typeface="Mero Thai"/>
                <a:cs typeface="Mero Thai"/>
                <a:sym typeface="Mero Thai"/>
              </a:rPr>
              <a:t>Interfaz</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51754" y="1894627"/>
            <a:ext cx="15584493" cy="7363673"/>
          </a:xfrm>
          <a:custGeom>
            <a:avLst/>
            <a:gdLst/>
            <a:ahLst/>
            <a:cxnLst/>
            <a:rect r="r" b="b" t="t" l="l"/>
            <a:pathLst>
              <a:path h="7363673" w="15584493">
                <a:moveTo>
                  <a:pt x="0" y="0"/>
                </a:moveTo>
                <a:lnTo>
                  <a:pt x="15584492" y="0"/>
                </a:lnTo>
                <a:lnTo>
                  <a:pt x="15584492" y="7363673"/>
                </a:lnTo>
                <a:lnTo>
                  <a:pt x="0" y="7363673"/>
                </a:lnTo>
                <a:lnTo>
                  <a:pt x="0" y="0"/>
                </a:lnTo>
                <a:close/>
              </a:path>
            </a:pathLst>
          </a:custGeom>
          <a:blipFill>
            <a:blip r:embed="rId2"/>
            <a:stretch>
              <a:fillRect l="0" t="0" r="0" b="0"/>
            </a:stretch>
          </a:blipFill>
        </p:spPr>
      </p:sp>
      <p:sp>
        <p:nvSpPr>
          <p:cNvPr name="TextBox 3" id="3"/>
          <p:cNvSpPr txBox="true"/>
          <p:nvPr/>
        </p:nvSpPr>
        <p:spPr>
          <a:xfrm rot="0">
            <a:off x="1028700" y="838200"/>
            <a:ext cx="9490796" cy="916305"/>
          </a:xfrm>
          <a:prstGeom prst="rect">
            <a:avLst/>
          </a:prstGeom>
        </p:spPr>
        <p:txBody>
          <a:bodyPr anchor="t" rtlCol="false" tIns="0" lIns="0" bIns="0" rIns="0">
            <a:spAutoFit/>
          </a:bodyPr>
          <a:lstStyle/>
          <a:p>
            <a:pPr algn="just" marL="0" indent="0" lvl="0">
              <a:lnSpc>
                <a:spcPts val="6719"/>
              </a:lnSpc>
              <a:spcBef>
                <a:spcPct val="0"/>
              </a:spcBef>
            </a:pPr>
            <a:r>
              <a:rPr lang="en-US" sz="4800">
                <a:solidFill>
                  <a:srgbClr val="5A99D1"/>
                </a:solidFill>
                <a:latin typeface="Mero Thai"/>
                <a:ea typeface="Mero Thai"/>
                <a:cs typeface="Mero Thai"/>
                <a:sym typeface="Mero Thai"/>
              </a:rPr>
              <a:t>B</a:t>
            </a:r>
            <a:r>
              <a:rPr lang="en-US" sz="4800" strike="noStrike" u="none">
                <a:solidFill>
                  <a:srgbClr val="5A99D1"/>
                </a:solidFill>
                <a:latin typeface="Mero Thai"/>
                <a:ea typeface="Mero Thai"/>
                <a:cs typeface="Mero Thai"/>
                <a:sym typeface="Mero Thai"/>
              </a:rPr>
              <a:t>loques</a:t>
            </a:r>
          </a:p>
        </p:txBody>
      </p:sp>
      <p:sp>
        <p:nvSpPr>
          <p:cNvPr name="Freeform 4" id="4"/>
          <p:cNvSpPr/>
          <p:nvPr/>
        </p:nvSpPr>
        <p:spPr>
          <a:xfrm flipH="false" flipV="false" rot="0">
            <a:off x="13129812" y="5945813"/>
            <a:ext cx="2336602" cy="2406613"/>
          </a:xfrm>
          <a:custGeom>
            <a:avLst/>
            <a:gdLst/>
            <a:ahLst/>
            <a:cxnLst/>
            <a:rect r="r" b="b" t="t" l="l"/>
            <a:pathLst>
              <a:path h="2406613" w="2336602">
                <a:moveTo>
                  <a:pt x="0" y="0"/>
                </a:moveTo>
                <a:lnTo>
                  <a:pt x="2336602" y="0"/>
                </a:lnTo>
                <a:lnTo>
                  <a:pt x="2336602" y="2406613"/>
                </a:lnTo>
                <a:lnTo>
                  <a:pt x="0" y="24066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5008119" y="439337"/>
            <a:ext cx="2778656" cy="2222925"/>
          </a:xfrm>
          <a:custGeom>
            <a:avLst/>
            <a:gdLst/>
            <a:ahLst/>
            <a:cxnLst/>
            <a:rect r="r" b="b" t="t" l="l"/>
            <a:pathLst>
              <a:path h="2222925" w="2778656">
                <a:moveTo>
                  <a:pt x="0" y="0"/>
                </a:moveTo>
                <a:lnTo>
                  <a:pt x="2778657" y="0"/>
                </a:lnTo>
                <a:lnTo>
                  <a:pt x="2778657" y="2222925"/>
                </a:lnTo>
                <a:lnTo>
                  <a:pt x="0" y="22229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028700" y="3208446"/>
            <a:ext cx="11952517" cy="6226835"/>
            <a:chOff x="0" y="0"/>
            <a:chExt cx="3147988" cy="1639989"/>
          </a:xfrm>
        </p:grpSpPr>
        <p:sp>
          <p:nvSpPr>
            <p:cNvPr name="Freeform 4" id="4"/>
            <p:cNvSpPr/>
            <p:nvPr/>
          </p:nvSpPr>
          <p:spPr>
            <a:xfrm flipH="false" flipV="false" rot="0">
              <a:off x="0" y="0"/>
              <a:ext cx="3147988" cy="1639989"/>
            </a:xfrm>
            <a:custGeom>
              <a:avLst/>
              <a:gdLst/>
              <a:ahLst/>
              <a:cxnLst/>
              <a:rect r="r" b="b" t="t" l="l"/>
              <a:pathLst>
                <a:path h="1639989" w="3147988">
                  <a:moveTo>
                    <a:pt x="33034" y="0"/>
                  </a:moveTo>
                  <a:lnTo>
                    <a:pt x="3114954" y="0"/>
                  </a:lnTo>
                  <a:cubicBezTo>
                    <a:pt x="3133198" y="0"/>
                    <a:pt x="3147988" y="14790"/>
                    <a:pt x="3147988" y="33034"/>
                  </a:cubicBezTo>
                  <a:lnTo>
                    <a:pt x="3147988" y="1606956"/>
                  </a:lnTo>
                  <a:cubicBezTo>
                    <a:pt x="3147988" y="1615717"/>
                    <a:pt x="3144507" y="1624119"/>
                    <a:pt x="3138313" y="1630314"/>
                  </a:cubicBezTo>
                  <a:cubicBezTo>
                    <a:pt x="3132118" y="1636509"/>
                    <a:pt x="3123715" y="1639989"/>
                    <a:pt x="3114954" y="1639989"/>
                  </a:cubicBezTo>
                  <a:lnTo>
                    <a:pt x="33034" y="1639989"/>
                  </a:lnTo>
                  <a:cubicBezTo>
                    <a:pt x="24273" y="1639989"/>
                    <a:pt x="15870" y="1636509"/>
                    <a:pt x="9675" y="1630314"/>
                  </a:cubicBezTo>
                  <a:cubicBezTo>
                    <a:pt x="3480" y="1624119"/>
                    <a:pt x="0" y="1615717"/>
                    <a:pt x="0" y="1606956"/>
                  </a:cubicBezTo>
                  <a:lnTo>
                    <a:pt x="0" y="33034"/>
                  </a:lnTo>
                  <a:cubicBezTo>
                    <a:pt x="0" y="14790"/>
                    <a:pt x="14790" y="0"/>
                    <a:pt x="33034" y="0"/>
                  </a:cubicBezTo>
                  <a:close/>
                </a:path>
              </a:pathLst>
            </a:custGeom>
            <a:solidFill>
              <a:srgbClr val="A8D0F0"/>
            </a:solidFill>
          </p:spPr>
        </p:sp>
        <p:sp>
          <p:nvSpPr>
            <p:cNvPr name="TextBox 5" id="5"/>
            <p:cNvSpPr txBox="true"/>
            <p:nvPr/>
          </p:nvSpPr>
          <p:spPr>
            <a:xfrm>
              <a:off x="0" y="-123825"/>
              <a:ext cx="3147988" cy="1763814"/>
            </a:xfrm>
            <a:prstGeom prst="rect">
              <a:avLst/>
            </a:prstGeom>
          </p:spPr>
          <p:txBody>
            <a:bodyPr anchor="ctr" rtlCol="false" tIns="50800" lIns="50800" bIns="50800" rIns="50800"/>
            <a:lstStyle/>
            <a:p>
              <a:pPr algn="ctr">
                <a:lnSpc>
                  <a:spcPts val="4199"/>
                </a:lnSpc>
              </a:pPr>
            </a:p>
          </p:txBody>
        </p:sp>
      </p:grpSp>
      <p:sp>
        <p:nvSpPr>
          <p:cNvPr name="Freeform 6" id="6"/>
          <p:cNvSpPr/>
          <p:nvPr/>
        </p:nvSpPr>
        <p:spPr>
          <a:xfrm flipH="false" flipV="false" rot="0">
            <a:off x="1363014" y="3585600"/>
            <a:ext cx="11231333" cy="5327864"/>
          </a:xfrm>
          <a:custGeom>
            <a:avLst/>
            <a:gdLst/>
            <a:ahLst/>
            <a:cxnLst/>
            <a:rect r="r" b="b" t="t" l="l"/>
            <a:pathLst>
              <a:path h="5327864" w="11231333">
                <a:moveTo>
                  <a:pt x="0" y="0"/>
                </a:moveTo>
                <a:lnTo>
                  <a:pt x="11231334" y="0"/>
                </a:lnTo>
                <a:lnTo>
                  <a:pt x="11231334" y="5327864"/>
                </a:lnTo>
                <a:lnTo>
                  <a:pt x="0" y="5327864"/>
                </a:lnTo>
                <a:lnTo>
                  <a:pt x="0" y="0"/>
                </a:lnTo>
                <a:close/>
              </a:path>
            </a:pathLst>
          </a:custGeom>
          <a:blipFill>
            <a:blip r:embed="rId4"/>
            <a:stretch>
              <a:fillRect l="0" t="0" r="0" b="0"/>
            </a:stretch>
          </a:blipFill>
        </p:spPr>
      </p:sp>
      <p:sp>
        <p:nvSpPr>
          <p:cNvPr name="Freeform 7" id="7"/>
          <p:cNvSpPr/>
          <p:nvPr/>
        </p:nvSpPr>
        <p:spPr>
          <a:xfrm flipH="false" flipV="false" rot="-615324">
            <a:off x="1135251" y="7208213"/>
            <a:ext cx="1547911" cy="2702702"/>
          </a:xfrm>
          <a:custGeom>
            <a:avLst/>
            <a:gdLst/>
            <a:ahLst/>
            <a:cxnLst/>
            <a:rect r="r" b="b" t="t" l="l"/>
            <a:pathLst>
              <a:path h="2702702" w="1547911">
                <a:moveTo>
                  <a:pt x="0" y="0"/>
                </a:moveTo>
                <a:lnTo>
                  <a:pt x="1547911" y="0"/>
                </a:lnTo>
                <a:lnTo>
                  <a:pt x="1547911" y="2702701"/>
                </a:lnTo>
                <a:lnTo>
                  <a:pt x="0" y="27027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3477750" y="3208446"/>
            <a:ext cx="3781550" cy="6679877"/>
            <a:chOff x="0" y="0"/>
            <a:chExt cx="995964" cy="1759309"/>
          </a:xfrm>
        </p:grpSpPr>
        <p:sp>
          <p:nvSpPr>
            <p:cNvPr name="Freeform 9" id="9"/>
            <p:cNvSpPr/>
            <p:nvPr/>
          </p:nvSpPr>
          <p:spPr>
            <a:xfrm flipH="false" flipV="false" rot="0">
              <a:off x="0" y="0"/>
              <a:ext cx="995964" cy="1759309"/>
            </a:xfrm>
            <a:custGeom>
              <a:avLst/>
              <a:gdLst/>
              <a:ahLst/>
              <a:cxnLst/>
              <a:rect r="r" b="b" t="t" l="l"/>
              <a:pathLst>
                <a:path h="1759309" w="995964">
                  <a:moveTo>
                    <a:pt x="104412" y="0"/>
                  </a:moveTo>
                  <a:lnTo>
                    <a:pt x="891552" y="0"/>
                  </a:lnTo>
                  <a:cubicBezTo>
                    <a:pt x="949217" y="0"/>
                    <a:pt x="995964" y="46747"/>
                    <a:pt x="995964" y="104412"/>
                  </a:cubicBezTo>
                  <a:lnTo>
                    <a:pt x="995964" y="1654898"/>
                  </a:lnTo>
                  <a:cubicBezTo>
                    <a:pt x="995964" y="1712563"/>
                    <a:pt x="949217" y="1759309"/>
                    <a:pt x="891552" y="1759309"/>
                  </a:cubicBezTo>
                  <a:lnTo>
                    <a:pt x="104412" y="1759309"/>
                  </a:lnTo>
                  <a:cubicBezTo>
                    <a:pt x="46747" y="1759309"/>
                    <a:pt x="0" y="1712563"/>
                    <a:pt x="0" y="1654898"/>
                  </a:cubicBezTo>
                  <a:lnTo>
                    <a:pt x="0" y="104412"/>
                  </a:lnTo>
                  <a:cubicBezTo>
                    <a:pt x="0" y="46747"/>
                    <a:pt x="46747" y="0"/>
                    <a:pt x="104412" y="0"/>
                  </a:cubicBezTo>
                  <a:close/>
                </a:path>
              </a:pathLst>
            </a:custGeom>
            <a:solidFill>
              <a:srgbClr val="A8D0F0"/>
            </a:solidFill>
          </p:spPr>
        </p:sp>
        <p:sp>
          <p:nvSpPr>
            <p:cNvPr name="TextBox 10" id="10"/>
            <p:cNvSpPr txBox="true"/>
            <p:nvPr/>
          </p:nvSpPr>
          <p:spPr>
            <a:xfrm>
              <a:off x="0" y="-123825"/>
              <a:ext cx="995964" cy="1883134"/>
            </a:xfrm>
            <a:prstGeom prst="rect">
              <a:avLst/>
            </a:prstGeom>
          </p:spPr>
          <p:txBody>
            <a:bodyPr anchor="ctr" rtlCol="false" tIns="50800" lIns="50800" bIns="50800" rIns="50800"/>
            <a:lstStyle/>
            <a:p>
              <a:pPr algn="ctr">
                <a:lnSpc>
                  <a:spcPts val="4199"/>
                </a:lnSpc>
              </a:pPr>
            </a:p>
          </p:txBody>
        </p:sp>
      </p:grpSp>
      <p:sp>
        <p:nvSpPr>
          <p:cNvPr name="Freeform 11" id="11"/>
          <p:cNvSpPr/>
          <p:nvPr/>
        </p:nvSpPr>
        <p:spPr>
          <a:xfrm flipH="false" flipV="false" rot="0">
            <a:off x="13846849" y="3458538"/>
            <a:ext cx="3043352" cy="6179695"/>
          </a:xfrm>
          <a:custGeom>
            <a:avLst/>
            <a:gdLst/>
            <a:ahLst/>
            <a:cxnLst/>
            <a:rect r="r" b="b" t="t" l="l"/>
            <a:pathLst>
              <a:path h="6179695" w="3043352">
                <a:moveTo>
                  <a:pt x="0" y="0"/>
                </a:moveTo>
                <a:lnTo>
                  <a:pt x="3043352" y="0"/>
                </a:lnTo>
                <a:lnTo>
                  <a:pt x="3043352" y="6179694"/>
                </a:lnTo>
                <a:lnTo>
                  <a:pt x="0" y="6179694"/>
                </a:lnTo>
                <a:lnTo>
                  <a:pt x="0" y="0"/>
                </a:lnTo>
                <a:close/>
              </a:path>
            </a:pathLst>
          </a:custGeom>
          <a:blipFill>
            <a:blip r:embed="rId7"/>
            <a:stretch>
              <a:fillRect l="0" t="0" r="0" b="0"/>
            </a:stretch>
          </a:blipFill>
        </p:spPr>
      </p:sp>
      <p:sp>
        <p:nvSpPr>
          <p:cNvPr name="TextBox 12" id="12"/>
          <p:cNvSpPr txBox="true"/>
          <p:nvPr/>
        </p:nvSpPr>
        <p:spPr>
          <a:xfrm rot="0">
            <a:off x="1028700" y="895350"/>
            <a:ext cx="13713947" cy="1177549"/>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Screen_limpiesa_de_datos</a:t>
            </a:r>
          </a:p>
        </p:txBody>
      </p:sp>
      <p:sp>
        <p:nvSpPr>
          <p:cNvPr name="TextBox 13" id="13"/>
          <p:cNvSpPr txBox="true"/>
          <p:nvPr/>
        </p:nvSpPr>
        <p:spPr>
          <a:xfrm rot="0">
            <a:off x="1189287" y="2087270"/>
            <a:ext cx="12541444" cy="916305"/>
          </a:xfrm>
          <a:prstGeom prst="rect">
            <a:avLst/>
          </a:prstGeom>
        </p:spPr>
        <p:txBody>
          <a:bodyPr anchor="t" rtlCol="false" tIns="0" lIns="0" bIns="0" rIns="0">
            <a:spAutoFit/>
          </a:bodyPr>
          <a:lstStyle/>
          <a:p>
            <a:pPr algn="l" marL="0" indent="0" lvl="0">
              <a:lnSpc>
                <a:spcPts val="6719"/>
              </a:lnSpc>
              <a:spcBef>
                <a:spcPct val="0"/>
              </a:spcBef>
            </a:pPr>
            <a:r>
              <a:rPr lang="en-US" sz="4800">
                <a:solidFill>
                  <a:srgbClr val="5A99D1"/>
                </a:solidFill>
                <a:latin typeface="Mero Thai"/>
                <a:ea typeface="Mero Thai"/>
                <a:cs typeface="Mero Thai"/>
                <a:sym typeface="Mero Thai"/>
              </a:rPr>
              <a:t>D</a:t>
            </a:r>
            <a:r>
              <a:rPr lang="en-US" sz="4800" strike="noStrike" u="none">
                <a:solidFill>
                  <a:srgbClr val="5A99D1"/>
                </a:solidFill>
                <a:latin typeface="Mero Thai"/>
                <a:ea typeface="Mero Thai"/>
                <a:cs typeface="Mero Thai"/>
                <a:sym typeface="Mero Thai"/>
              </a:rPr>
              <a:t>iseño</a:t>
            </a:r>
          </a:p>
        </p:txBody>
      </p:sp>
      <p:sp>
        <p:nvSpPr>
          <p:cNvPr name="TextBox 14" id="14"/>
          <p:cNvSpPr txBox="true"/>
          <p:nvPr/>
        </p:nvSpPr>
        <p:spPr>
          <a:xfrm rot="0">
            <a:off x="3089379" y="2275847"/>
            <a:ext cx="12541444" cy="916305"/>
          </a:xfrm>
          <a:prstGeom prst="rect">
            <a:avLst/>
          </a:prstGeom>
        </p:spPr>
        <p:txBody>
          <a:bodyPr anchor="t" rtlCol="false" tIns="0" lIns="0" bIns="0" rIns="0">
            <a:spAutoFit/>
          </a:bodyPr>
          <a:lstStyle/>
          <a:p>
            <a:pPr algn="r" marL="0" indent="0" lvl="0">
              <a:lnSpc>
                <a:spcPts val="6719"/>
              </a:lnSpc>
              <a:spcBef>
                <a:spcPct val="0"/>
              </a:spcBef>
            </a:pPr>
            <a:r>
              <a:rPr lang="en-US" sz="4800">
                <a:solidFill>
                  <a:srgbClr val="5A99D1"/>
                </a:solidFill>
                <a:latin typeface="Mero Thai"/>
                <a:ea typeface="Mero Thai"/>
                <a:cs typeface="Mero Thai"/>
                <a:sym typeface="Mero Thai"/>
              </a:rPr>
              <a:t>Interfaz</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32899" y="2512919"/>
            <a:ext cx="14022202" cy="6745381"/>
            <a:chOff x="0" y="0"/>
            <a:chExt cx="18696270" cy="8993842"/>
          </a:xfrm>
        </p:grpSpPr>
        <p:grpSp>
          <p:nvGrpSpPr>
            <p:cNvPr name="Group 3" id="3"/>
            <p:cNvGrpSpPr/>
            <p:nvPr/>
          </p:nvGrpSpPr>
          <p:grpSpPr>
            <a:xfrm rot="0">
              <a:off x="6481755" y="0"/>
              <a:ext cx="5731456" cy="8993842"/>
              <a:chOff x="0" y="0"/>
              <a:chExt cx="1132140" cy="1776561"/>
            </a:xfrm>
          </p:grpSpPr>
          <p:sp>
            <p:nvSpPr>
              <p:cNvPr name="Freeform 4" id="4"/>
              <p:cNvSpPr/>
              <p:nvPr/>
            </p:nvSpPr>
            <p:spPr>
              <a:xfrm flipH="false" flipV="false" rot="0">
                <a:off x="0" y="0"/>
                <a:ext cx="1132140" cy="1776561"/>
              </a:xfrm>
              <a:custGeom>
                <a:avLst/>
                <a:gdLst/>
                <a:ahLst/>
                <a:cxnLst/>
                <a:rect r="r" b="b" t="t" l="l"/>
                <a:pathLst>
                  <a:path h="1776561" w="1132140">
                    <a:moveTo>
                      <a:pt x="91853" y="0"/>
                    </a:moveTo>
                    <a:lnTo>
                      <a:pt x="1040287" y="0"/>
                    </a:lnTo>
                    <a:cubicBezTo>
                      <a:pt x="1064648" y="0"/>
                      <a:pt x="1088011" y="9677"/>
                      <a:pt x="1105236" y="26903"/>
                    </a:cubicBezTo>
                    <a:cubicBezTo>
                      <a:pt x="1122462" y="44129"/>
                      <a:pt x="1132140" y="67492"/>
                      <a:pt x="1132140" y="91853"/>
                    </a:cubicBezTo>
                    <a:lnTo>
                      <a:pt x="1132140" y="1684708"/>
                    </a:lnTo>
                    <a:cubicBezTo>
                      <a:pt x="1132140" y="1709069"/>
                      <a:pt x="1122462" y="1732432"/>
                      <a:pt x="1105236" y="1749658"/>
                    </a:cubicBezTo>
                    <a:cubicBezTo>
                      <a:pt x="1088011" y="1766884"/>
                      <a:pt x="1064648" y="1776561"/>
                      <a:pt x="1040287" y="1776561"/>
                    </a:cubicBezTo>
                    <a:lnTo>
                      <a:pt x="91853" y="1776561"/>
                    </a:lnTo>
                    <a:cubicBezTo>
                      <a:pt x="67492" y="1776561"/>
                      <a:pt x="44129" y="1766884"/>
                      <a:pt x="26903" y="1749658"/>
                    </a:cubicBezTo>
                    <a:cubicBezTo>
                      <a:pt x="9677" y="1732432"/>
                      <a:pt x="0" y="1709069"/>
                      <a:pt x="0" y="1684708"/>
                    </a:cubicBezTo>
                    <a:lnTo>
                      <a:pt x="0" y="91853"/>
                    </a:lnTo>
                    <a:cubicBezTo>
                      <a:pt x="0" y="67492"/>
                      <a:pt x="9677" y="44129"/>
                      <a:pt x="26903" y="26903"/>
                    </a:cubicBezTo>
                    <a:cubicBezTo>
                      <a:pt x="44129" y="9677"/>
                      <a:pt x="67492" y="0"/>
                      <a:pt x="91853" y="0"/>
                    </a:cubicBezTo>
                    <a:close/>
                  </a:path>
                </a:pathLst>
              </a:custGeom>
              <a:solidFill>
                <a:srgbClr val="E1EFFA"/>
              </a:solidFill>
            </p:spPr>
          </p:sp>
          <p:sp>
            <p:nvSpPr>
              <p:cNvPr name="TextBox 5" id="5"/>
              <p:cNvSpPr txBox="true"/>
              <p:nvPr/>
            </p:nvSpPr>
            <p:spPr>
              <a:xfrm>
                <a:off x="0" y="-142875"/>
                <a:ext cx="1132140" cy="1919436"/>
              </a:xfrm>
              <a:prstGeom prst="rect">
                <a:avLst/>
              </a:prstGeom>
            </p:spPr>
            <p:txBody>
              <a:bodyPr anchor="ctr" rtlCol="false" tIns="50800" lIns="50800" bIns="50800" rIns="50800"/>
              <a:lstStyle/>
              <a:p>
                <a:pPr algn="ctr">
                  <a:lnSpc>
                    <a:spcPts val="4759"/>
                  </a:lnSpc>
                </a:pPr>
              </a:p>
            </p:txBody>
          </p:sp>
        </p:grpSp>
        <p:grpSp>
          <p:nvGrpSpPr>
            <p:cNvPr name="Group 6" id="6"/>
            <p:cNvGrpSpPr/>
            <p:nvPr/>
          </p:nvGrpSpPr>
          <p:grpSpPr>
            <a:xfrm rot="0">
              <a:off x="9609863" y="0"/>
              <a:ext cx="9086407" cy="8993842"/>
              <a:chOff x="0" y="0"/>
              <a:chExt cx="1794846" cy="1776561"/>
            </a:xfrm>
          </p:grpSpPr>
          <p:sp>
            <p:nvSpPr>
              <p:cNvPr name="Freeform 7" id="7"/>
              <p:cNvSpPr/>
              <p:nvPr/>
            </p:nvSpPr>
            <p:spPr>
              <a:xfrm flipH="false" flipV="false" rot="0">
                <a:off x="0" y="0"/>
                <a:ext cx="1794846" cy="1776561"/>
              </a:xfrm>
              <a:custGeom>
                <a:avLst/>
                <a:gdLst/>
                <a:ahLst/>
                <a:cxnLst/>
                <a:rect r="r" b="b" t="t" l="l"/>
                <a:pathLst>
                  <a:path h="1776561" w="1794846">
                    <a:moveTo>
                      <a:pt x="57938" y="0"/>
                    </a:moveTo>
                    <a:lnTo>
                      <a:pt x="1736907" y="0"/>
                    </a:lnTo>
                    <a:cubicBezTo>
                      <a:pt x="1768906" y="0"/>
                      <a:pt x="1794846" y="25940"/>
                      <a:pt x="1794846" y="57938"/>
                    </a:cubicBezTo>
                    <a:lnTo>
                      <a:pt x="1794846" y="1718623"/>
                    </a:lnTo>
                    <a:cubicBezTo>
                      <a:pt x="1794846" y="1733989"/>
                      <a:pt x="1788741" y="1748726"/>
                      <a:pt x="1777876" y="1759592"/>
                    </a:cubicBezTo>
                    <a:cubicBezTo>
                      <a:pt x="1767010" y="1770457"/>
                      <a:pt x="1752274" y="1776561"/>
                      <a:pt x="1736907" y="1776561"/>
                    </a:cubicBezTo>
                    <a:lnTo>
                      <a:pt x="57938" y="1776561"/>
                    </a:lnTo>
                    <a:cubicBezTo>
                      <a:pt x="42572" y="1776561"/>
                      <a:pt x="27835" y="1770457"/>
                      <a:pt x="16970" y="1759592"/>
                    </a:cubicBezTo>
                    <a:cubicBezTo>
                      <a:pt x="6104" y="1748726"/>
                      <a:pt x="0" y="1733989"/>
                      <a:pt x="0" y="1718623"/>
                    </a:cubicBezTo>
                    <a:lnTo>
                      <a:pt x="0" y="57938"/>
                    </a:lnTo>
                    <a:cubicBezTo>
                      <a:pt x="0" y="42572"/>
                      <a:pt x="6104" y="27835"/>
                      <a:pt x="16970" y="16970"/>
                    </a:cubicBezTo>
                    <a:cubicBezTo>
                      <a:pt x="27835" y="6104"/>
                      <a:pt x="42572" y="0"/>
                      <a:pt x="57938" y="0"/>
                    </a:cubicBezTo>
                    <a:close/>
                  </a:path>
                </a:pathLst>
              </a:custGeom>
              <a:solidFill>
                <a:srgbClr val="E1EFFA"/>
              </a:solidFill>
            </p:spPr>
          </p:sp>
          <p:sp>
            <p:nvSpPr>
              <p:cNvPr name="TextBox 8" id="8"/>
              <p:cNvSpPr txBox="true"/>
              <p:nvPr/>
            </p:nvSpPr>
            <p:spPr>
              <a:xfrm>
                <a:off x="0" y="-142875"/>
                <a:ext cx="1794846" cy="1919436"/>
              </a:xfrm>
              <a:prstGeom prst="rect">
                <a:avLst/>
              </a:prstGeom>
            </p:spPr>
            <p:txBody>
              <a:bodyPr anchor="ctr" rtlCol="false" tIns="50800" lIns="50800" bIns="50800" rIns="50800"/>
              <a:lstStyle/>
              <a:p>
                <a:pPr algn="ctr">
                  <a:lnSpc>
                    <a:spcPts val="4759"/>
                  </a:lnSpc>
                </a:pPr>
              </a:p>
            </p:txBody>
          </p:sp>
        </p:grpSp>
        <p:grpSp>
          <p:nvGrpSpPr>
            <p:cNvPr name="Group 9" id="9"/>
            <p:cNvGrpSpPr/>
            <p:nvPr/>
          </p:nvGrpSpPr>
          <p:grpSpPr>
            <a:xfrm rot="0">
              <a:off x="0" y="0"/>
              <a:ext cx="8813646" cy="8993842"/>
              <a:chOff x="0" y="0"/>
              <a:chExt cx="1740967" cy="1776561"/>
            </a:xfrm>
          </p:grpSpPr>
          <p:sp>
            <p:nvSpPr>
              <p:cNvPr name="Freeform 10" id="10"/>
              <p:cNvSpPr/>
              <p:nvPr/>
            </p:nvSpPr>
            <p:spPr>
              <a:xfrm flipH="false" flipV="false" rot="0">
                <a:off x="0" y="0"/>
                <a:ext cx="1740967" cy="1776561"/>
              </a:xfrm>
              <a:custGeom>
                <a:avLst/>
                <a:gdLst/>
                <a:ahLst/>
                <a:cxnLst/>
                <a:rect r="r" b="b" t="t" l="l"/>
                <a:pathLst>
                  <a:path h="1776561" w="1740967">
                    <a:moveTo>
                      <a:pt x="59731" y="0"/>
                    </a:moveTo>
                    <a:lnTo>
                      <a:pt x="1681236" y="0"/>
                    </a:lnTo>
                    <a:cubicBezTo>
                      <a:pt x="1697078" y="0"/>
                      <a:pt x="1712270" y="6293"/>
                      <a:pt x="1723472" y="17495"/>
                    </a:cubicBezTo>
                    <a:cubicBezTo>
                      <a:pt x="1734674" y="28697"/>
                      <a:pt x="1740967" y="43890"/>
                      <a:pt x="1740967" y="59731"/>
                    </a:cubicBezTo>
                    <a:lnTo>
                      <a:pt x="1740967" y="1716830"/>
                    </a:lnTo>
                    <a:cubicBezTo>
                      <a:pt x="1740967" y="1732672"/>
                      <a:pt x="1734674" y="1747865"/>
                      <a:pt x="1723472" y="1759066"/>
                    </a:cubicBezTo>
                    <a:cubicBezTo>
                      <a:pt x="1712270" y="1770268"/>
                      <a:pt x="1697078" y="1776561"/>
                      <a:pt x="1681236" y="1776561"/>
                    </a:cubicBezTo>
                    <a:lnTo>
                      <a:pt x="59731" y="1776561"/>
                    </a:lnTo>
                    <a:cubicBezTo>
                      <a:pt x="43890" y="1776561"/>
                      <a:pt x="28697" y="1770268"/>
                      <a:pt x="17495" y="1759066"/>
                    </a:cubicBezTo>
                    <a:cubicBezTo>
                      <a:pt x="6293" y="1747865"/>
                      <a:pt x="0" y="1732672"/>
                      <a:pt x="0" y="1716830"/>
                    </a:cubicBezTo>
                    <a:lnTo>
                      <a:pt x="0" y="59731"/>
                    </a:lnTo>
                    <a:cubicBezTo>
                      <a:pt x="0" y="43890"/>
                      <a:pt x="6293" y="28697"/>
                      <a:pt x="17495" y="17495"/>
                    </a:cubicBezTo>
                    <a:cubicBezTo>
                      <a:pt x="28697" y="6293"/>
                      <a:pt x="43890" y="0"/>
                      <a:pt x="59731" y="0"/>
                    </a:cubicBezTo>
                    <a:close/>
                  </a:path>
                </a:pathLst>
              </a:custGeom>
              <a:solidFill>
                <a:srgbClr val="E1EFFA"/>
              </a:solidFill>
            </p:spPr>
          </p:sp>
          <p:sp>
            <p:nvSpPr>
              <p:cNvPr name="TextBox 11" id="11"/>
              <p:cNvSpPr txBox="true"/>
              <p:nvPr/>
            </p:nvSpPr>
            <p:spPr>
              <a:xfrm>
                <a:off x="0" y="-142875"/>
                <a:ext cx="1740967" cy="1919436"/>
              </a:xfrm>
              <a:prstGeom prst="rect">
                <a:avLst/>
              </a:prstGeom>
            </p:spPr>
            <p:txBody>
              <a:bodyPr anchor="ctr" rtlCol="false" tIns="50800" lIns="50800" bIns="50800" rIns="50800"/>
              <a:lstStyle/>
              <a:p>
                <a:pPr algn="ctr">
                  <a:lnSpc>
                    <a:spcPts val="4759"/>
                  </a:lnSpc>
                </a:pPr>
              </a:p>
            </p:txBody>
          </p:sp>
        </p:grpSp>
      </p:grpSp>
      <p:sp>
        <p:nvSpPr>
          <p:cNvPr name="Freeform 12" id="12"/>
          <p:cNvSpPr/>
          <p:nvPr/>
        </p:nvSpPr>
        <p:spPr>
          <a:xfrm flipH="false" flipV="false" rot="-667279">
            <a:off x="354160" y="605111"/>
            <a:ext cx="2990561" cy="1876577"/>
          </a:xfrm>
          <a:custGeom>
            <a:avLst/>
            <a:gdLst/>
            <a:ahLst/>
            <a:cxnLst/>
            <a:rect r="r" b="b" t="t" l="l"/>
            <a:pathLst>
              <a:path h="1876577" w="2990561">
                <a:moveTo>
                  <a:pt x="0" y="0"/>
                </a:moveTo>
                <a:lnTo>
                  <a:pt x="2990561" y="0"/>
                </a:lnTo>
                <a:lnTo>
                  <a:pt x="2990561" y="1876577"/>
                </a:lnTo>
                <a:lnTo>
                  <a:pt x="0" y="18765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3" id="13"/>
          <p:cNvSpPr/>
          <p:nvPr/>
        </p:nvSpPr>
        <p:spPr>
          <a:xfrm flipH="false" flipV="false" rot="392124">
            <a:off x="14020618" y="739599"/>
            <a:ext cx="3128289" cy="1501579"/>
          </a:xfrm>
          <a:custGeom>
            <a:avLst/>
            <a:gdLst/>
            <a:ahLst/>
            <a:cxnLst/>
            <a:rect r="r" b="b" t="t" l="l"/>
            <a:pathLst>
              <a:path h="1501579" w="3128289">
                <a:moveTo>
                  <a:pt x="0" y="0"/>
                </a:moveTo>
                <a:lnTo>
                  <a:pt x="3128289" y="0"/>
                </a:lnTo>
                <a:lnTo>
                  <a:pt x="3128289" y="1501579"/>
                </a:lnTo>
                <a:lnTo>
                  <a:pt x="0" y="15015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4" id="14"/>
          <p:cNvSpPr/>
          <p:nvPr/>
        </p:nvSpPr>
        <p:spPr>
          <a:xfrm flipH="false" flipV="false" rot="-352285">
            <a:off x="174747" y="7774320"/>
            <a:ext cx="2775627" cy="2376946"/>
          </a:xfrm>
          <a:custGeom>
            <a:avLst/>
            <a:gdLst/>
            <a:ahLst/>
            <a:cxnLst/>
            <a:rect r="r" b="b" t="t" l="l"/>
            <a:pathLst>
              <a:path h="2376946" w="2775627">
                <a:moveTo>
                  <a:pt x="0" y="0"/>
                </a:moveTo>
                <a:lnTo>
                  <a:pt x="2775627" y="0"/>
                </a:lnTo>
                <a:lnTo>
                  <a:pt x="2775627" y="2376946"/>
                </a:lnTo>
                <a:lnTo>
                  <a:pt x="0" y="23769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5" id="15"/>
          <p:cNvSpPr/>
          <p:nvPr/>
        </p:nvSpPr>
        <p:spPr>
          <a:xfrm flipH="false" flipV="false" rot="0">
            <a:off x="2601885" y="2769927"/>
            <a:ext cx="13084230" cy="6231365"/>
          </a:xfrm>
          <a:custGeom>
            <a:avLst/>
            <a:gdLst/>
            <a:ahLst/>
            <a:cxnLst/>
            <a:rect r="r" b="b" t="t" l="l"/>
            <a:pathLst>
              <a:path h="6231365" w="13084230">
                <a:moveTo>
                  <a:pt x="0" y="0"/>
                </a:moveTo>
                <a:lnTo>
                  <a:pt x="13084230" y="0"/>
                </a:lnTo>
                <a:lnTo>
                  <a:pt x="13084230" y="6231365"/>
                </a:lnTo>
                <a:lnTo>
                  <a:pt x="0" y="6231365"/>
                </a:lnTo>
                <a:lnTo>
                  <a:pt x="0" y="0"/>
                </a:lnTo>
                <a:close/>
              </a:path>
            </a:pathLst>
          </a:custGeom>
          <a:blipFill>
            <a:blip r:embed="rId8"/>
            <a:stretch>
              <a:fillRect l="0" t="0" r="0" b="0"/>
            </a:stretch>
          </a:blipFill>
        </p:spPr>
      </p:sp>
      <p:sp>
        <p:nvSpPr>
          <p:cNvPr name="Freeform 16" id="16"/>
          <p:cNvSpPr/>
          <p:nvPr/>
        </p:nvSpPr>
        <p:spPr>
          <a:xfrm flipH="false" flipV="false" rot="-223972">
            <a:off x="15248119" y="7972592"/>
            <a:ext cx="2454599" cy="2057400"/>
          </a:xfrm>
          <a:custGeom>
            <a:avLst/>
            <a:gdLst/>
            <a:ahLst/>
            <a:cxnLst/>
            <a:rect r="r" b="b" t="t" l="l"/>
            <a:pathLst>
              <a:path h="2057400" w="2454599">
                <a:moveTo>
                  <a:pt x="0" y="0"/>
                </a:moveTo>
                <a:lnTo>
                  <a:pt x="2454599" y="0"/>
                </a:lnTo>
                <a:lnTo>
                  <a:pt x="2454599"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17" id="17"/>
          <p:cNvGrpSpPr/>
          <p:nvPr/>
        </p:nvGrpSpPr>
        <p:grpSpPr>
          <a:xfrm rot="0">
            <a:off x="4270368" y="0"/>
            <a:ext cx="9587324" cy="1943073"/>
            <a:chOff x="0" y="0"/>
            <a:chExt cx="12783098" cy="2590764"/>
          </a:xfrm>
        </p:grpSpPr>
        <p:sp>
          <p:nvSpPr>
            <p:cNvPr name="TextBox 18" id="18"/>
            <p:cNvSpPr txBox="true"/>
            <p:nvPr/>
          </p:nvSpPr>
          <p:spPr>
            <a:xfrm rot="0">
              <a:off x="0" y="-133350"/>
              <a:ext cx="12783098" cy="1525615"/>
            </a:xfrm>
            <a:prstGeom prst="rect">
              <a:avLst/>
            </a:prstGeom>
          </p:spPr>
          <p:txBody>
            <a:bodyPr anchor="t" rtlCol="false" tIns="0" lIns="0" bIns="0" rIns="0">
              <a:spAutoFit/>
            </a:bodyPr>
            <a:lstStyle/>
            <a:p>
              <a:pPr algn="ctr">
                <a:lnSpc>
                  <a:spcPts val="9645"/>
                </a:lnSpc>
              </a:pPr>
            </a:p>
          </p:txBody>
        </p:sp>
        <p:sp>
          <p:nvSpPr>
            <p:cNvPr name="TextBox 19" id="19"/>
            <p:cNvSpPr txBox="true"/>
            <p:nvPr/>
          </p:nvSpPr>
          <p:spPr>
            <a:xfrm rot="0">
              <a:off x="0" y="1432524"/>
              <a:ext cx="12783098" cy="1158240"/>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Bloques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sp>
        <p:nvSpPr>
          <p:cNvPr name="Freeform 2" id="2"/>
          <p:cNvSpPr/>
          <p:nvPr/>
        </p:nvSpPr>
        <p:spPr>
          <a:xfrm flipH="false" flipV="false" rot="0">
            <a:off x="1836444" y="2798704"/>
            <a:ext cx="14080322" cy="6670552"/>
          </a:xfrm>
          <a:custGeom>
            <a:avLst/>
            <a:gdLst/>
            <a:ahLst/>
            <a:cxnLst/>
            <a:rect r="r" b="b" t="t" l="l"/>
            <a:pathLst>
              <a:path h="6670552" w="14080322">
                <a:moveTo>
                  <a:pt x="0" y="0"/>
                </a:moveTo>
                <a:lnTo>
                  <a:pt x="14080322" y="0"/>
                </a:lnTo>
                <a:lnTo>
                  <a:pt x="14080322" y="6670552"/>
                </a:lnTo>
                <a:lnTo>
                  <a:pt x="0" y="6670552"/>
                </a:lnTo>
                <a:lnTo>
                  <a:pt x="0" y="0"/>
                </a:lnTo>
                <a:close/>
              </a:path>
            </a:pathLst>
          </a:custGeom>
          <a:blipFill>
            <a:blip r:embed="rId2"/>
            <a:stretch>
              <a:fillRect l="0" t="0" r="0" b="0"/>
            </a:stretch>
          </a:blipFill>
        </p:spPr>
      </p:sp>
      <p:sp>
        <p:nvSpPr>
          <p:cNvPr name="Freeform 3" id="3"/>
          <p:cNvSpPr/>
          <p:nvPr/>
        </p:nvSpPr>
        <p:spPr>
          <a:xfrm flipH="false" flipV="false" rot="0">
            <a:off x="15208896" y="6702443"/>
            <a:ext cx="2592160" cy="3072603"/>
          </a:xfrm>
          <a:custGeom>
            <a:avLst/>
            <a:gdLst/>
            <a:ahLst/>
            <a:cxnLst/>
            <a:rect r="r" b="b" t="t" l="l"/>
            <a:pathLst>
              <a:path h="3072603" w="2592160">
                <a:moveTo>
                  <a:pt x="0" y="0"/>
                </a:moveTo>
                <a:lnTo>
                  <a:pt x="2592159" y="0"/>
                </a:lnTo>
                <a:lnTo>
                  <a:pt x="2592159" y="3072603"/>
                </a:lnTo>
                <a:lnTo>
                  <a:pt x="0" y="30726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895350"/>
            <a:ext cx="18778740" cy="3615949"/>
          </a:xfrm>
          <a:prstGeom prst="rect">
            <a:avLst/>
          </a:prstGeom>
        </p:spPr>
        <p:txBody>
          <a:bodyPr anchor="t" rtlCol="false" tIns="0" lIns="0" bIns="0" rIns="0">
            <a:spAutoFit/>
          </a:bodyPr>
          <a:lstStyle/>
          <a:p>
            <a:pPr algn="l">
              <a:lnSpc>
                <a:spcPts val="9645"/>
              </a:lnSpc>
            </a:pPr>
            <a:r>
              <a:rPr lang="en-US" sz="6889">
                <a:solidFill>
                  <a:srgbClr val="34495E"/>
                </a:solidFill>
                <a:latin typeface="Intro Rust"/>
                <a:ea typeface="Intro Rust"/>
                <a:cs typeface="Intro Rust"/>
                <a:sym typeface="Intro Rust"/>
              </a:rPr>
              <a:t>Screen_Predicciones_de_datos</a:t>
            </a:r>
          </a:p>
          <a:p>
            <a:pPr algn="l">
              <a:lnSpc>
                <a:spcPts val="9645"/>
              </a:lnSpc>
            </a:pPr>
          </a:p>
          <a:p>
            <a:pPr algn="l">
              <a:lnSpc>
                <a:spcPts val="9645"/>
              </a:lnSpc>
            </a:pPr>
          </a:p>
        </p:txBody>
      </p:sp>
      <p:sp>
        <p:nvSpPr>
          <p:cNvPr name="TextBox 5" id="5"/>
          <p:cNvSpPr txBox="true"/>
          <p:nvPr/>
        </p:nvSpPr>
        <p:spPr>
          <a:xfrm rot="0">
            <a:off x="1028700" y="1882399"/>
            <a:ext cx="6920202" cy="916305"/>
          </a:xfrm>
          <a:prstGeom prst="rect">
            <a:avLst/>
          </a:prstGeom>
        </p:spPr>
        <p:txBody>
          <a:bodyPr anchor="t" rtlCol="false" tIns="0" lIns="0" bIns="0" rIns="0">
            <a:spAutoFit/>
          </a:bodyPr>
          <a:lstStyle/>
          <a:p>
            <a:pPr algn="just" marL="0" indent="0" lvl="0">
              <a:lnSpc>
                <a:spcPts val="6719"/>
              </a:lnSpc>
              <a:spcBef>
                <a:spcPct val="0"/>
              </a:spcBef>
            </a:pPr>
            <a:r>
              <a:rPr lang="en-US" sz="4799">
                <a:solidFill>
                  <a:srgbClr val="5A99D1"/>
                </a:solidFill>
                <a:latin typeface="Mero Thai"/>
                <a:ea typeface="Mero Thai"/>
                <a:cs typeface="Mero Thai"/>
                <a:sym typeface="Mero Thai"/>
              </a:rPr>
              <a:t>Diseño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7600950" y="360045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5A99D1"/>
            </a:solidFill>
          </p:spPr>
        </p:sp>
        <p:sp>
          <p:nvSpPr>
            <p:cNvPr name="TextBox 4" id="4"/>
            <p:cNvSpPr txBox="true"/>
            <p:nvPr/>
          </p:nvSpPr>
          <p:spPr>
            <a:xfrm>
              <a:off x="0" y="165100"/>
              <a:ext cx="711200" cy="444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3144702" y="1544420"/>
            <a:ext cx="3788536" cy="7713880"/>
          </a:xfrm>
          <a:custGeom>
            <a:avLst/>
            <a:gdLst/>
            <a:ahLst/>
            <a:cxnLst/>
            <a:rect r="r" b="b" t="t" l="l"/>
            <a:pathLst>
              <a:path h="7713880" w="3788536">
                <a:moveTo>
                  <a:pt x="0" y="0"/>
                </a:moveTo>
                <a:lnTo>
                  <a:pt x="3788536" y="0"/>
                </a:lnTo>
                <a:lnTo>
                  <a:pt x="3788536" y="7713880"/>
                </a:lnTo>
                <a:lnTo>
                  <a:pt x="0" y="7713880"/>
                </a:lnTo>
                <a:lnTo>
                  <a:pt x="0" y="0"/>
                </a:lnTo>
                <a:close/>
              </a:path>
            </a:pathLst>
          </a:custGeom>
          <a:blipFill>
            <a:blip r:embed="rId2"/>
            <a:stretch>
              <a:fillRect l="0" t="0" r="0" b="0"/>
            </a:stretch>
          </a:blipFill>
        </p:spPr>
      </p:sp>
      <p:sp>
        <p:nvSpPr>
          <p:cNvPr name="Freeform 6" id="6"/>
          <p:cNvSpPr/>
          <p:nvPr/>
        </p:nvSpPr>
        <p:spPr>
          <a:xfrm flipH="false" flipV="false" rot="-911503">
            <a:off x="714231" y="7530845"/>
            <a:ext cx="2593586" cy="2032428"/>
          </a:xfrm>
          <a:custGeom>
            <a:avLst/>
            <a:gdLst/>
            <a:ahLst/>
            <a:cxnLst/>
            <a:rect r="r" b="b" t="t" l="l"/>
            <a:pathLst>
              <a:path h="2032428" w="2593586">
                <a:moveTo>
                  <a:pt x="0" y="0"/>
                </a:moveTo>
                <a:lnTo>
                  <a:pt x="2593585" y="0"/>
                </a:lnTo>
                <a:lnTo>
                  <a:pt x="2593585" y="2032428"/>
                </a:lnTo>
                <a:lnTo>
                  <a:pt x="0" y="203242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11136603" y="1544420"/>
            <a:ext cx="3814556" cy="7713880"/>
          </a:xfrm>
          <a:custGeom>
            <a:avLst/>
            <a:gdLst/>
            <a:ahLst/>
            <a:cxnLst/>
            <a:rect r="r" b="b" t="t" l="l"/>
            <a:pathLst>
              <a:path h="7713880" w="3814556">
                <a:moveTo>
                  <a:pt x="0" y="0"/>
                </a:moveTo>
                <a:lnTo>
                  <a:pt x="3814556" y="0"/>
                </a:lnTo>
                <a:lnTo>
                  <a:pt x="3814556" y="7713880"/>
                </a:lnTo>
                <a:lnTo>
                  <a:pt x="0" y="7713880"/>
                </a:lnTo>
                <a:lnTo>
                  <a:pt x="0" y="0"/>
                </a:lnTo>
                <a:close/>
              </a:path>
            </a:pathLst>
          </a:custGeom>
          <a:blipFill>
            <a:blip r:embed="rId5"/>
            <a:stretch>
              <a:fillRect l="0" t="0" r="0" b="0"/>
            </a:stretch>
          </a:blipFill>
        </p:spPr>
      </p:sp>
      <p:sp>
        <p:nvSpPr>
          <p:cNvPr name="TextBox 8" id="8"/>
          <p:cNvSpPr txBox="true"/>
          <p:nvPr/>
        </p:nvSpPr>
        <p:spPr>
          <a:xfrm rot="0">
            <a:off x="4350338" y="1353920"/>
            <a:ext cx="9587324" cy="916305"/>
          </a:xfrm>
          <a:prstGeom prst="rect">
            <a:avLst/>
          </a:prstGeom>
        </p:spPr>
        <p:txBody>
          <a:bodyPr anchor="t" rtlCol="false" tIns="0" lIns="0" bIns="0" rIns="0">
            <a:spAutoFit/>
          </a:bodyPr>
          <a:lstStyle/>
          <a:p>
            <a:pPr algn="ctr" marL="0" indent="0" lvl="0">
              <a:lnSpc>
                <a:spcPts val="6719"/>
              </a:lnSpc>
              <a:spcBef>
                <a:spcPct val="0"/>
              </a:spcBef>
            </a:pPr>
            <a:r>
              <a:rPr lang="en-US" sz="4800">
                <a:solidFill>
                  <a:srgbClr val="5A99D1"/>
                </a:solidFill>
                <a:latin typeface="Mero Thai"/>
                <a:ea typeface="Mero Thai"/>
                <a:cs typeface="Mero Thai"/>
                <a:sym typeface="Mero Thai"/>
              </a:rPr>
              <a:t>Interfaz</a:t>
            </a:r>
          </a:p>
        </p:txBody>
      </p:sp>
      <p:sp>
        <p:nvSpPr>
          <p:cNvPr name="Freeform 9" id="9"/>
          <p:cNvSpPr/>
          <p:nvPr/>
        </p:nvSpPr>
        <p:spPr>
          <a:xfrm flipH="false" flipV="false" rot="1004872">
            <a:off x="14086698" y="1028700"/>
            <a:ext cx="3172602" cy="2532313"/>
          </a:xfrm>
          <a:custGeom>
            <a:avLst/>
            <a:gdLst/>
            <a:ahLst/>
            <a:cxnLst/>
            <a:rect r="r" b="b" t="t" l="l"/>
            <a:pathLst>
              <a:path h="2532313" w="3172602">
                <a:moveTo>
                  <a:pt x="0" y="0"/>
                </a:moveTo>
                <a:lnTo>
                  <a:pt x="3172602" y="0"/>
                </a:lnTo>
                <a:lnTo>
                  <a:pt x="3172602" y="2532313"/>
                </a:lnTo>
                <a:lnTo>
                  <a:pt x="0" y="25323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1EFFA"/>
        </a:solidFill>
      </p:bgPr>
    </p:bg>
    <p:spTree>
      <p:nvGrpSpPr>
        <p:cNvPr id="1" name=""/>
        <p:cNvGrpSpPr/>
        <p:nvPr/>
      </p:nvGrpSpPr>
      <p:grpSpPr>
        <a:xfrm>
          <a:off x="0" y="0"/>
          <a:ext cx="0" cy="0"/>
          <a:chOff x="0" y="0"/>
          <a:chExt cx="0" cy="0"/>
        </a:xfrm>
      </p:grpSpPr>
      <p:grpSp>
        <p:nvGrpSpPr>
          <p:cNvPr name="Group 2" id="2"/>
          <p:cNvGrpSpPr/>
          <p:nvPr/>
        </p:nvGrpSpPr>
        <p:grpSpPr>
          <a:xfrm rot="0">
            <a:off x="1028700" y="1391603"/>
            <a:ext cx="16230600" cy="8210423"/>
            <a:chOff x="0" y="0"/>
            <a:chExt cx="4274726" cy="2162416"/>
          </a:xfrm>
        </p:grpSpPr>
        <p:sp>
          <p:nvSpPr>
            <p:cNvPr name="Freeform 3" id="3"/>
            <p:cNvSpPr/>
            <p:nvPr/>
          </p:nvSpPr>
          <p:spPr>
            <a:xfrm flipH="false" flipV="false" rot="0">
              <a:off x="0" y="0"/>
              <a:ext cx="4274726" cy="2162416"/>
            </a:xfrm>
            <a:custGeom>
              <a:avLst/>
              <a:gdLst/>
              <a:ahLst/>
              <a:cxnLst/>
              <a:rect r="r" b="b" t="t" l="l"/>
              <a:pathLst>
                <a:path h="2162416" w="4274726">
                  <a:moveTo>
                    <a:pt x="24327" y="0"/>
                  </a:moveTo>
                  <a:lnTo>
                    <a:pt x="4250399" y="0"/>
                  </a:lnTo>
                  <a:cubicBezTo>
                    <a:pt x="4263834" y="0"/>
                    <a:pt x="4274726" y="10891"/>
                    <a:pt x="4274726" y="24327"/>
                  </a:cubicBezTo>
                  <a:lnTo>
                    <a:pt x="4274726" y="2138089"/>
                  </a:lnTo>
                  <a:cubicBezTo>
                    <a:pt x="4274726" y="2151525"/>
                    <a:pt x="4263834" y="2162416"/>
                    <a:pt x="4250399" y="2162416"/>
                  </a:cubicBezTo>
                  <a:lnTo>
                    <a:pt x="24327" y="2162416"/>
                  </a:lnTo>
                  <a:cubicBezTo>
                    <a:pt x="10891" y="2162416"/>
                    <a:pt x="0" y="2151525"/>
                    <a:pt x="0" y="2138089"/>
                  </a:cubicBezTo>
                  <a:lnTo>
                    <a:pt x="0" y="24327"/>
                  </a:lnTo>
                  <a:cubicBezTo>
                    <a:pt x="0" y="10891"/>
                    <a:pt x="10891" y="0"/>
                    <a:pt x="24327" y="0"/>
                  </a:cubicBezTo>
                  <a:close/>
                </a:path>
              </a:pathLst>
            </a:custGeom>
            <a:solidFill>
              <a:srgbClr val="5A99D1"/>
            </a:solidFill>
          </p:spPr>
        </p:sp>
        <p:sp>
          <p:nvSpPr>
            <p:cNvPr name="TextBox 4" id="4"/>
            <p:cNvSpPr txBox="true"/>
            <p:nvPr/>
          </p:nvSpPr>
          <p:spPr>
            <a:xfrm>
              <a:off x="0" y="-142875"/>
              <a:ext cx="4274726" cy="2305291"/>
            </a:xfrm>
            <a:prstGeom prst="rect">
              <a:avLst/>
            </a:prstGeom>
          </p:spPr>
          <p:txBody>
            <a:bodyPr anchor="ctr" rtlCol="false" tIns="50800" lIns="50800" bIns="50800" rIns="50800"/>
            <a:lstStyle/>
            <a:p>
              <a:pPr algn="ctr">
                <a:lnSpc>
                  <a:spcPts val="4759"/>
                </a:lnSpc>
              </a:pPr>
            </a:p>
          </p:txBody>
        </p:sp>
      </p:grpSp>
      <p:sp>
        <p:nvSpPr>
          <p:cNvPr name="Freeform 5" id="5"/>
          <p:cNvSpPr/>
          <p:nvPr/>
        </p:nvSpPr>
        <p:spPr>
          <a:xfrm flipH="false" flipV="false" rot="0">
            <a:off x="1697329" y="2044173"/>
            <a:ext cx="14750163" cy="6987890"/>
          </a:xfrm>
          <a:custGeom>
            <a:avLst/>
            <a:gdLst/>
            <a:ahLst/>
            <a:cxnLst/>
            <a:rect r="r" b="b" t="t" l="l"/>
            <a:pathLst>
              <a:path h="6987890" w="14750163">
                <a:moveTo>
                  <a:pt x="0" y="0"/>
                </a:moveTo>
                <a:lnTo>
                  <a:pt x="14750162" y="0"/>
                </a:lnTo>
                <a:lnTo>
                  <a:pt x="14750162" y="6987890"/>
                </a:lnTo>
                <a:lnTo>
                  <a:pt x="0" y="6987890"/>
                </a:lnTo>
                <a:lnTo>
                  <a:pt x="0" y="0"/>
                </a:lnTo>
                <a:close/>
              </a:path>
            </a:pathLst>
          </a:custGeom>
          <a:blipFill>
            <a:blip r:embed="rId2"/>
            <a:stretch>
              <a:fillRect l="0" t="0" r="0" b="0"/>
            </a:stretch>
          </a:blipFill>
        </p:spPr>
      </p:sp>
      <p:sp>
        <p:nvSpPr>
          <p:cNvPr name="Freeform 6" id="6"/>
          <p:cNvSpPr/>
          <p:nvPr/>
        </p:nvSpPr>
        <p:spPr>
          <a:xfrm flipH="false" flipV="false" rot="1124483">
            <a:off x="13654538" y="6664300"/>
            <a:ext cx="2941492" cy="2369238"/>
          </a:xfrm>
          <a:custGeom>
            <a:avLst/>
            <a:gdLst/>
            <a:ahLst/>
            <a:cxnLst/>
            <a:rect r="r" b="b" t="t" l="l"/>
            <a:pathLst>
              <a:path h="2369238" w="2941492">
                <a:moveTo>
                  <a:pt x="0" y="0"/>
                </a:moveTo>
                <a:lnTo>
                  <a:pt x="2941492" y="0"/>
                </a:lnTo>
                <a:lnTo>
                  <a:pt x="2941492" y="2369238"/>
                </a:lnTo>
                <a:lnTo>
                  <a:pt x="0" y="23692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7" id="7"/>
          <p:cNvSpPr txBox="true"/>
          <p:nvPr/>
        </p:nvSpPr>
        <p:spPr>
          <a:xfrm rot="0">
            <a:off x="1028700" y="475298"/>
            <a:ext cx="13752859" cy="916305"/>
          </a:xfrm>
          <a:prstGeom prst="rect">
            <a:avLst/>
          </a:prstGeom>
        </p:spPr>
        <p:txBody>
          <a:bodyPr anchor="t" rtlCol="false" tIns="0" lIns="0" bIns="0" rIns="0">
            <a:spAutoFit/>
          </a:bodyPr>
          <a:lstStyle/>
          <a:p>
            <a:pPr algn="l" marL="0" indent="0" lvl="0">
              <a:lnSpc>
                <a:spcPts val="6719"/>
              </a:lnSpc>
              <a:spcBef>
                <a:spcPct val="0"/>
              </a:spcBef>
            </a:pPr>
            <a:r>
              <a:rPr lang="en-US" sz="4800">
                <a:solidFill>
                  <a:srgbClr val="5A99D1"/>
                </a:solidFill>
                <a:latin typeface="Mero Thai"/>
                <a:ea typeface="Mero Thai"/>
                <a:cs typeface="Mero Thai"/>
                <a:sym typeface="Mero Thai"/>
              </a:rPr>
              <a:t>Bloques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4495E"/>
        </a:solidFill>
      </p:bgPr>
    </p:bg>
    <p:spTree>
      <p:nvGrpSpPr>
        <p:cNvPr id="1" name=""/>
        <p:cNvGrpSpPr/>
        <p:nvPr/>
      </p:nvGrpSpPr>
      <p:grpSpPr>
        <a:xfrm>
          <a:off x="0" y="0"/>
          <a:ext cx="0" cy="0"/>
          <a:chOff x="0" y="0"/>
          <a:chExt cx="0" cy="0"/>
        </a:xfrm>
      </p:grpSpPr>
      <p:sp>
        <p:nvSpPr>
          <p:cNvPr name="Freeform 2" id="2"/>
          <p:cNvSpPr/>
          <p:nvPr/>
        </p:nvSpPr>
        <p:spPr>
          <a:xfrm flipH="false" flipV="false" rot="0">
            <a:off x="-338073" y="4007702"/>
            <a:ext cx="2205514" cy="2271597"/>
          </a:xfrm>
          <a:custGeom>
            <a:avLst/>
            <a:gdLst/>
            <a:ahLst/>
            <a:cxnLst/>
            <a:rect r="r" b="b" t="t" l="l"/>
            <a:pathLst>
              <a:path h="2271597" w="2205514">
                <a:moveTo>
                  <a:pt x="0" y="0"/>
                </a:moveTo>
                <a:lnTo>
                  <a:pt x="2205514" y="0"/>
                </a:lnTo>
                <a:lnTo>
                  <a:pt x="2205514" y="2271596"/>
                </a:lnTo>
                <a:lnTo>
                  <a:pt x="0" y="2271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08036" y="2464379"/>
            <a:ext cx="15071928" cy="5681838"/>
            <a:chOff x="0" y="0"/>
            <a:chExt cx="3969561" cy="1496451"/>
          </a:xfrm>
        </p:grpSpPr>
        <p:sp>
          <p:nvSpPr>
            <p:cNvPr name="Freeform 4" id="4"/>
            <p:cNvSpPr/>
            <p:nvPr/>
          </p:nvSpPr>
          <p:spPr>
            <a:xfrm flipH="false" flipV="false" rot="0">
              <a:off x="0" y="0"/>
              <a:ext cx="3969561" cy="1496451"/>
            </a:xfrm>
            <a:custGeom>
              <a:avLst/>
              <a:gdLst/>
              <a:ahLst/>
              <a:cxnLst/>
              <a:rect r="r" b="b" t="t" l="l"/>
              <a:pathLst>
                <a:path h="1496451" w="3969561">
                  <a:moveTo>
                    <a:pt x="26197" y="0"/>
                  </a:moveTo>
                  <a:lnTo>
                    <a:pt x="3943364" y="0"/>
                  </a:lnTo>
                  <a:cubicBezTo>
                    <a:pt x="3950312" y="0"/>
                    <a:pt x="3956976" y="2760"/>
                    <a:pt x="3961888" y="7673"/>
                  </a:cubicBezTo>
                  <a:cubicBezTo>
                    <a:pt x="3966801" y="12586"/>
                    <a:pt x="3969561" y="19249"/>
                    <a:pt x="3969561" y="26197"/>
                  </a:cubicBezTo>
                  <a:lnTo>
                    <a:pt x="3969561" y="1470254"/>
                  </a:lnTo>
                  <a:cubicBezTo>
                    <a:pt x="3969561" y="1477202"/>
                    <a:pt x="3966801" y="1483865"/>
                    <a:pt x="3961888" y="1488778"/>
                  </a:cubicBezTo>
                  <a:cubicBezTo>
                    <a:pt x="3956976" y="1493691"/>
                    <a:pt x="3950312" y="1496451"/>
                    <a:pt x="3943364" y="1496451"/>
                  </a:cubicBezTo>
                  <a:lnTo>
                    <a:pt x="26197" y="1496451"/>
                  </a:lnTo>
                  <a:cubicBezTo>
                    <a:pt x="19249" y="1496451"/>
                    <a:pt x="12586" y="1493691"/>
                    <a:pt x="7673" y="1488778"/>
                  </a:cubicBezTo>
                  <a:cubicBezTo>
                    <a:pt x="2760" y="1483865"/>
                    <a:pt x="0" y="1477202"/>
                    <a:pt x="0" y="1470254"/>
                  </a:cubicBezTo>
                  <a:lnTo>
                    <a:pt x="0" y="26197"/>
                  </a:lnTo>
                  <a:cubicBezTo>
                    <a:pt x="0" y="19249"/>
                    <a:pt x="2760" y="12586"/>
                    <a:pt x="7673" y="7673"/>
                  </a:cubicBezTo>
                  <a:cubicBezTo>
                    <a:pt x="12586" y="2760"/>
                    <a:pt x="19249" y="0"/>
                    <a:pt x="26197" y="0"/>
                  </a:cubicBezTo>
                  <a:close/>
                </a:path>
              </a:pathLst>
            </a:custGeom>
            <a:solidFill>
              <a:srgbClr val="A8D0F0"/>
            </a:solidFill>
            <a:ln cap="rnd">
              <a:noFill/>
              <a:prstDash val="solid"/>
              <a:round/>
            </a:ln>
          </p:spPr>
        </p:sp>
        <p:sp>
          <p:nvSpPr>
            <p:cNvPr name="TextBox 5" id="5"/>
            <p:cNvSpPr txBox="true"/>
            <p:nvPr/>
          </p:nvSpPr>
          <p:spPr>
            <a:xfrm>
              <a:off x="0" y="-76200"/>
              <a:ext cx="3969561" cy="1572651"/>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435254" y="1906187"/>
            <a:ext cx="5417493" cy="792789"/>
            <a:chOff x="0" y="0"/>
            <a:chExt cx="1426829" cy="208800"/>
          </a:xfrm>
        </p:grpSpPr>
        <p:sp>
          <p:nvSpPr>
            <p:cNvPr name="Freeform 7" id="7"/>
            <p:cNvSpPr/>
            <p:nvPr/>
          </p:nvSpPr>
          <p:spPr>
            <a:xfrm flipH="false" flipV="false" rot="0">
              <a:off x="0" y="0"/>
              <a:ext cx="1426829" cy="208800"/>
            </a:xfrm>
            <a:custGeom>
              <a:avLst/>
              <a:gdLst/>
              <a:ahLst/>
              <a:cxnLst/>
              <a:rect r="r" b="b" t="t" l="l"/>
              <a:pathLst>
                <a:path h="208800" w="1426829">
                  <a:moveTo>
                    <a:pt x="72882" y="0"/>
                  </a:moveTo>
                  <a:lnTo>
                    <a:pt x="1353947" y="0"/>
                  </a:lnTo>
                  <a:cubicBezTo>
                    <a:pt x="1373277" y="0"/>
                    <a:pt x="1391815" y="7679"/>
                    <a:pt x="1405483" y="21347"/>
                  </a:cubicBezTo>
                  <a:cubicBezTo>
                    <a:pt x="1419151" y="35015"/>
                    <a:pt x="1426829" y="53553"/>
                    <a:pt x="1426829" y="72882"/>
                  </a:cubicBezTo>
                  <a:lnTo>
                    <a:pt x="1426829" y="135918"/>
                  </a:lnTo>
                  <a:cubicBezTo>
                    <a:pt x="1426829" y="155248"/>
                    <a:pt x="1419151" y="173786"/>
                    <a:pt x="1405483" y="187454"/>
                  </a:cubicBezTo>
                  <a:cubicBezTo>
                    <a:pt x="1391815" y="201122"/>
                    <a:pt x="1373277" y="208800"/>
                    <a:pt x="1353947" y="208800"/>
                  </a:cubicBezTo>
                  <a:lnTo>
                    <a:pt x="72882" y="208800"/>
                  </a:lnTo>
                  <a:cubicBezTo>
                    <a:pt x="53553" y="208800"/>
                    <a:pt x="35015" y="201122"/>
                    <a:pt x="21347" y="187454"/>
                  </a:cubicBezTo>
                  <a:cubicBezTo>
                    <a:pt x="7679" y="173786"/>
                    <a:pt x="0" y="155248"/>
                    <a:pt x="0" y="135918"/>
                  </a:cubicBezTo>
                  <a:lnTo>
                    <a:pt x="0" y="72882"/>
                  </a:lnTo>
                  <a:cubicBezTo>
                    <a:pt x="0" y="53553"/>
                    <a:pt x="7679" y="35015"/>
                    <a:pt x="21347" y="21347"/>
                  </a:cubicBezTo>
                  <a:cubicBezTo>
                    <a:pt x="35015" y="7679"/>
                    <a:pt x="53553" y="0"/>
                    <a:pt x="72882" y="0"/>
                  </a:cubicBezTo>
                  <a:close/>
                </a:path>
              </a:pathLst>
            </a:custGeom>
            <a:solidFill>
              <a:srgbClr val="E1EFFA"/>
            </a:solidFill>
          </p:spPr>
        </p:sp>
        <p:sp>
          <p:nvSpPr>
            <p:cNvPr name="TextBox 8" id="8"/>
            <p:cNvSpPr txBox="true"/>
            <p:nvPr/>
          </p:nvSpPr>
          <p:spPr>
            <a:xfrm>
              <a:off x="0" y="-114300"/>
              <a:ext cx="1426829" cy="323100"/>
            </a:xfrm>
            <a:prstGeom prst="rect">
              <a:avLst/>
            </a:prstGeom>
          </p:spPr>
          <p:txBody>
            <a:bodyPr anchor="ctr" rtlCol="false" tIns="50800" lIns="50800" bIns="50800" rIns="50800"/>
            <a:lstStyle/>
            <a:p>
              <a:pPr algn="ctr">
                <a:lnSpc>
                  <a:spcPts val="3639"/>
                </a:lnSpc>
              </a:pPr>
              <a:r>
                <a:rPr lang="en-US" sz="2599">
                  <a:solidFill>
                    <a:srgbClr val="34495E"/>
                  </a:solidFill>
                  <a:latin typeface="Mero Thai"/>
                  <a:ea typeface="Mero Thai"/>
                  <a:cs typeface="Mero Thai"/>
                  <a:sym typeface="Mero Thai"/>
                </a:rPr>
                <a:t>A</a:t>
              </a:r>
              <a:r>
                <a:rPr lang="en-US" sz="2599">
                  <a:solidFill>
                    <a:srgbClr val="34495E"/>
                  </a:solidFill>
                  <a:latin typeface="Mero Thai"/>
                  <a:ea typeface="Mero Thai"/>
                  <a:cs typeface="Mero Thai"/>
                  <a:sym typeface="Mero Thai"/>
                </a:rPr>
                <a:t>LEXA GUADALIPE NEGRE ALV</a:t>
              </a:r>
              <a:r>
                <a:rPr lang="en-US" sz="2599">
                  <a:solidFill>
                    <a:srgbClr val="34495E"/>
                  </a:solidFill>
                  <a:latin typeface="Mero Thai"/>
                  <a:ea typeface="Mero Thai"/>
                  <a:cs typeface="Mero Thai"/>
                  <a:sym typeface="Mero Thai"/>
                </a:rPr>
                <a:t>A</a:t>
              </a:r>
            </a:p>
          </p:txBody>
        </p:sp>
      </p:grpSp>
      <p:sp>
        <p:nvSpPr>
          <p:cNvPr name="Freeform 9" id="9"/>
          <p:cNvSpPr/>
          <p:nvPr/>
        </p:nvSpPr>
        <p:spPr>
          <a:xfrm flipH="false" flipV="false" rot="1036696">
            <a:off x="3342864" y="8553362"/>
            <a:ext cx="1547911" cy="2702702"/>
          </a:xfrm>
          <a:custGeom>
            <a:avLst/>
            <a:gdLst/>
            <a:ahLst/>
            <a:cxnLst/>
            <a:rect r="r" b="b" t="t" l="l"/>
            <a:pathLst>
              <a:path h="2702702" w="1547911">
                <a:moveTo>
                  <a:pt x="0" y="0"/>
                </a:moveTo>
                <a:lnTo>
                  <a:pt x="1547911" y="0"/>
                </a:lnTo>
                <a:lnTo>
                  <a:pt x="1547911" y="2702702"/>
                </a:lnTo>
                <a:lnTo>
                  <a:pt x="0" y="2702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818161">
            <a:off x="-30042" y="8315171"/>
            <a:ext cx="1657468" cy="2234331"/>
          </a:xfrm>
          <a:custGeom>
            <a:avLst/>
            <a:gdLst/>
            <a:ahLst/>
            <a:cxnLst/>
            <a:rect r="r" b="b" t="t" l="l"/>
            <a:pathLst>
              <a:path h="2234331" w="1657468">
                <a:moveTo>
                  <a:pt x="0" y="0"/>
                </a:moveTo>
                <a:lnTo>
                  <a:pt x="1657467" y="0"/>
                </a:lnTo>
                <a:lnTo>
                  <a:pt x="1657467" y="2234332"/>
                </a:lnTo>
                <a:lnTo>
                  <a:pt x="0" y="22343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57675">
            <a:off x="16502170" y="6462428"/>
            <a:ext cx="2352168" cy="3043982"/>
          </a:xfrm>
          <a:custGeom>
            <a:avLst/>
            <a:gdLst/>
            <a:ahLst/>
            <a:cxnLst/>
            <a:rect r="r" b="b" t="t" l="l"/>
            <a:pathLst>
              <a:path h="3043982" w="2352168">
                <a:moveTo>
                  <a:pt x="0" y="0"/>
                </a:moveTo>
                <a:lnTo>
                  <a:pt x="2352167" y="0"/>
                </a:lnTo>
                <a:lnTo>
                  <a:pt x="2352167" y="3043982"/>
                </a:lnTo>
                <a:lnTo>
                  <a:pt x="0" y="30439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107100">
            <a:off x="4718619" y="-416222"/>
            <a:ext cx="2008771" cy="2057400"/>
          </a:xfrm>
          <a:custGeom>
            <a:avLst/>
            <a:gdLst/>
            <a:ahLst/>
            <a:cxnLst/>
            <a:rect r="r" b="b" t="t" l="l"/>
            <a:pathLst>
              <a:path h="2057400" w="2008771">
                <a:moveTo>
                  <a:pt x="0" y="0"/>
                </a:moveTo>
                <a:lnTo>
                  <a:pt x="2008771" y="0"/>
                </a:lnTo>
                <a:lnTo>
                  <a:pt x="2008771"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625603" y="8510048"/>
            <a:ext cx="5036794" cy="4029435"/>
          </a:xfrm>
          <a:custGeom>
            <a:avLst/>
            <a:gdLst/>
            <a:ahLst/>
            <a:cxnLst/>
            <a:rect r="r" b="b" t="t" l="l"/>
            <a:pathLst>
              <a:path h="4029435" w="5036794">
                <a:moveTo>
                  <a:pt x="0" y="0"/>
                </a:moveTo>
                <a:lnTo>
                  <a:pt x="5036794" y="0"/>
                </a:lnTo>
                <a:lnTo>
                  <a:pt x="5036794" y="4029435"/>
                </a:lnTo>
                <a:lnTo>
                  <a:pt x="0" y="40294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639892">
            <a:off x="13385276" y="8581929"/>
            <a:ext cx="2343117" cy="2240872"/>
          </a:xfrm>
          <a:custGeom>
            <a:avLst/>
            <a:gdLst/>
            <a:ahLst/>
            <a:cxnLst/>
            <a:rect r="r" b="b" t="t" l="l"/>
            <a:pathLst>
              <a:path h="2240872" w="2343117">
                <a:moveTo>
                  <a:pt x="0" y="0"/>
                </a:moveTo>
                <a:lnTo>
                  <a:pt x="2343117" y="0"/>
                </a:lnTo>
                <a:lnTo>
                  <a:pt x="2343117" y="2240871"/>
                </a:lnTo>
                <a:lnTo>
                  <a:pt x="0" y="224087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806983">
            <a:off x="17210237" y="1066563"/>
            <a:ext cx="1580804" cy="2795634"/>
          </a:xfrm>
          <a:custGeom>
            <a:avLst/>
            <a:gdLst/>
            <a:ahLst/>
            <a:cxnLst/>
            <a:rect r="r" b="b" t="t" l="l"/>
            <a:pathLst>
              <a:path h="2795634" w="1580804">
                <a:moveTo>
                  <a:pt x="0" y="0"/>
                </a:moveTo>
                <a:lnTo>
                  <a:pt x="1580804" y="0"/>
                </a:lnTo>
                <a:lnTo>
                  <a:pt x="1580804" y="2795633"/>
                </a:lnTo>
                <a:lnTo>
                  <a:pt x="0" y="27956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832757">
            <a:off x="8540947" y="-1480745"/>
            <a:ext cx="2389865" cy="2778912"/>
          </a:xfrm>
          <a:custGeom>
            <a:avLst/>
            <a:gdLst/>
            <a:ahLst/>
            <a:cxnLst/>
            <a:rect r="r" b="b" t="t" l="l"/>
            <a:pathLst>
              <a:path h="2778912" w="2389865">
                <a:moveTo>
                  <a:pt x="0" y="0"/>
                </a:moveTo>
                <a:lnTo>
                  <a:pt x="2389864" y="0"/>
                </a:lnTo>
                <a:lnTo>
                  <a:pt x="2389864" y="2778912"/>
                </a:lnTo>
                <a:lnTo>
                  <a:pt x="0" y="27789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7" id="17"/>
          <p:cNvSpPr/>
          <p:nvPr/>
        </p:nvSpPr>
        <p:spPr>
          <a:xfrm flipH="false" flipV="false" rot="-656220">
            <a:off x="12929071" y="-456013"/>
            <a:ext cx="2640671" cy="2362200"/>
          </a:xfrm>
          <a:custGeom>
            <a:avLst/>
            <a:gdLst/>
            <a:ahLst/>
            <a:cxnLst/>
            <a:rect r="r" b="b" t="t" l="l"/>
            <a:pathLst>
              <a:path h="2362200" w="2640671">
                <a:moveTo>
                  <a:pt x="0" y="0"/>
                </a:moveTo>
                <a:lnTo>
                  <a:pt x="2640671" y="0"/>
                </a:lnTo>
                <a:lnTo>
                  <a:pt x="2640671" y="2362200"/>
                </a:lnTo>
                <a:lnTo>
                  <a:pt x="0" y="23622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8" id="18"/>
          <p:cNvSpPr/>
          <p:nvPr/>
        </p:nvSpPr>
        <p:spPr>
          <a:xfrm flipH="false" flipV="false" rot="0">
            <a:off x="-146184" y="245181"/>
            <a:ext cx="3508440" cy="2940711"/>
          </a:xfrm>
          <a:custGeom>
            <a:avLst/>
            <a:gdLst/>
            <a:ahLst/>
            <a:cxnLst/>
            <a:rect r="r" b="b" t="t" l="l"/>
            <a:pathLst>
              <a:path h="2940711" w="3508440">
                <a:moveTo>
                  <a:pt x="0" y="0"/>
                </a:moveTo>
                <a:lnTo>
                  <a:pt x="3508440" y="0"/>
                </a:lnTo>
                <a:lnTo>
                  <a:pt x="3508440" y="2940711"/>
                </a:lnTo>
                <a:lnTo>
                  <a:pt x="0" y="294071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19" id="19"/>
          <p:cNvGrpSpPr/>
          <p:nvPr/>
        </p:nvGrpSpPr>
        <p:grpSpPr>
          <a:xfrm rot="0">
            <a:off x="2013593" y="3313413"/>
            <a:ext cx="14260814" cy="3247390"/>
            <a:chOff x="0" y="0"/>
            <a:chExt cx="19014419" cy="4329854"/>
          </a:xfrm>
        </p:grpSpPr>
        <p:sp>
          <p:nvSpPr>
            <p:cNvPr name="TextBox 20" id="20"/>
            <p:cNvSpPr txBox="true"/>
            <p:nvPr/>
          </p:nvSpPr>
          <p:spPr>
            <a:xfrm rot="0">
              <a:off x="0" y="-219075"/>
              <a:ext cx="19014419" cy="2494069"/>
            </a:xfrm>
            <a:prstGeom prst="rect">
              <a:avLst/>
            </a:prstGeom>
          </p:spPr>
          <p:txBody>
            <a:bodyPr anchor="t" rtlCol="false" tIns="0" lIns="0" bIns="0" rIns="0">
              <a:spAutoFit/>
            </a:bodyPr>
            <a:lstStyle/>
            <a:p>
              <a:pPr algn="ctr">
                <a:lnSpc>
                  <a:spcPts val="15679"/>
                </a:lnSpc>
              </a:pPr>
              <a:r>
                <a:rPr lang="en-US" sz="11199">
                  <a:solidFill>
                    <a:srgbClr val="FFFFFF"/>
                  </a:solidFill>
                  <a:latin typeface="Intro Rust"/>
                  <a:ea typeface="Intro Rust"/>
                  <a:cs typeface="Intro Rust"/>
                  <a:sym typeface="Intro Rust"/>
                </a:rPr>
                <a:t>MUCHAS GRACIAS</a:t>
              </a:r>
            </a:p>
          </p:txBody>
        </p:sp>
        <p:sp>
          <p:nvSpPr>
            <p:cNvPr name="TextBox 21" id="21"/>
            <p:cNvSpPr txBox="true"/>
            <p:nvPr/>
          </p:nvSpPr>
          <p:spPr>
            <a:xfrm rot="0">
              <a:off x="0" y="2407102"/>
              <a:ext cx="19014419" cy="1922752"/>
            </a:xfrm>
            <a:prstGeom prst="rect">
              <a:avLst/>
            </a:prstGeom>
          </p:spPr>
          <p:txBody>
            <a:bodyPr anchor="t" rtlCol="false" tIns="0" lIns="0" bIns="0" rIns="0">
              <a:spAutoFit/>
            </a:bodyPr>
            <a:lstStyle/>
            <a:p>
              <a:pPr algn="ctr">
                <a:lnSpc>
                  <a:spcPts val="12128"/>
                </a:lnSpc>
              </a:pPr>
              <a:r>
                <a:rPr lang="en-US" sz="8663">
                  <a:solidFill>
                    <a:srgbClr val="5A99D1"/>
                  </a:solidFill>
                  <a:latin typeface="Intro Rust"/>
                  <a:ea typeface="Intro Rust"/>
                  <a:cs typeface="Intro Rust"/>
                  <a:sym typeface="Intro Rust"/>
                </a:rPr>
                <a:t>por su atención</a:t>
              </a:r>
            </a:p>
          </p:txBody>
        </p:sp>
      </p:grpSp>
      <p:sp>
        <p:nvSpPr>
          <p:cNvPr name="TextBox 22" id="22"/>
          <p:cNvSpPr txBox="true"/>
          <p:nvPr/>
        </p:nvSpPr>
        <p:spPr>
          <a:xfrm rot="0">
            <a:off x="1515997" y="6970198"/>
            <a:ext cx="15256007" cy="1166495"/>
          </a:xfrm>
          <a:prstGeom prst="rect">
            <a:avLst/>
          </a:prstGeom>
        </p:spPr>
        <p:txBody>
          <a:bodyPr anchor="t" rtlCol="false" tIns="0" lIns="0" bIns="0" rIns="0">
            <a:spAutoFit/>
          </a:bodyPr>
          <a:lstStyle/>
          <a:p>
            <a:pPr algn="ctr">
              <a:lnSpc>
                <a:spcPts val="4480"/>
              </a:lnSpc>
            </a:pPr>
            <a:r>
              <a:rPr lang="en-US" sz="3200">
                <a:solidFill>
                  <a:srgbClr val="34495E"/>
                </a:solidFill>
                <a:latin typeface="Mero Thai"/>
                <a:ea typeface="Mero Thai"/>
                <a:cs typeface="Mero Thai"/>
                <a:sym typeface="Mero Thai"/>
              </a:rPr>
              <a:t>Los Datos para la App fuero obtenidos de:</a:t>
            </a:r>
          </a:p>
          <a:p>
            <a:pPr algn="ctr">
              <a:lnSpc>
                <a:spcPts val="4480"/>
              </a:lnSpc>
            </a:pPr>
            <a:r>
              <a:rPr lang="en-US" sz="3200">
                <a:solidFill>
                  <a:srgbClr val="34495E"/>
                </a:solidFill>
                <a:latin typeface="Mero Thai"/>
                <a:ea typeface="Mero Thai"/>
                <a:cs typeface="Mero Thai"/>
                <a:sym typeface="Mero Thai"/>
              </a:rPr>
              <a:t>https://www.kaggle.com/datasets/micaelakorol/clima-2025/data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DAHTh48FJ-s</dc:identifier>
  <dcterms:modified xsi:type="dcterms:W3CDTF">2011-08-01T06:04:30Z</dcterms:modified>
  <cp:revision>1</cp:revision>
  <dc:title>Alexa Guadalupe Nrgrete Alva</dc:title>
</cp:coreProperties>
</file>